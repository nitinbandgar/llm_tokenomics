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1" r:id="rId4"/>
  </p:sldMasterIdLst>
  <p:notesMasterIdLst>
    <p:notesMasterId r:id="rId63"/>
  </p:notesMasterIdLst>
  <p:sldIdLst>
    <p:sldId id="271" r:id="rId5"/>
    <p:sldId id="273" r:id="rId6"/>
    <p:sldId id="272" r:id="rId7"/>
    <p:sldId id="274" r:id="rId8"/>
    <p:sldId id="280" r:id="rId9"/>
    <p:sldId id="326" r:id="rId10"/>
    <p:sldId id="276" r:id="rId11"/>
    <p:sldId id="277" r:id="rId12"/>
    <p:sldId id="309" r:id="rId13"/>
    <p:sldId id="267" r:id="rId14"/>
    <p:sldId id="284" r:id="rId15"/>
    <p:sldId id="275" r:id="rId16"/>
    <p:sldId id="308" r:id="rId17"/>
    <p:sldId id="311" r:id="rId18"/>
    <p:sldId id="307" r:id="rId19"/>
    <p:sldId id="306" r:id="rId20"/>
    <p:sldId id="328" r:id="rId21"/>
    <p:sldId id="321" r:id="rId22"/>
    <p:sldId id="317" r:id="rId23"/>
    <p:sldId id="264" r:id="rId24"/>
    <p:sldId id="310" r:id="rId25"/>
    <p:sldId id="281" r:id="rId26"/>
    <p:sldId id="265" r:id="rId27"/>
    <p:sldId id="312" r:id="rId28"/>
    <p:sldId id="282" r:id="rId29"/>
    <p:sldId id="305" r:id="rId30"/>
    <p:sldId id="329" r:id="rId31"/>
    <p:sldId id="330" r:id="rId32"/>
    <p:sldId id="286" r:id="rId33"/>
    <p:sldId id="319" r:id="rId34"/>
    <p:sldId id="322" r:id="rId35"/>
    <p:sldId id="313" r:id="rId36"/>
    <p:sldId id="318" r:id="rId37"/>
    <p:sldId id="279" r:id="rId38"/>
    <p:sldId id="283" r:id="rId39"/>
    <p:sldId id="314" r:id="rId40"/>
    <p:sldId id="316" r:id="rId41"/>
    <p:sldId id="324" r:id="rId42"/>
    <p:sldId id="331" r:id="rId43"/>
    <p:sldId id="332" r:id="rId44"/>
    <p:sldId id="315" r:id="rId45"/>
    <p:sldId id="333" r:id="rId46"/>
    <p:sldId id="339" r:id="rId47"/>
    <p:sldId id="334" r:id="rId48"/>
    <p:sldId id="340" r:id="rId49"/>
    <p:sldId id="325" r:id="rId50"/>
    <p:sldId id="341" r:id="rId51"/>
    <p:sldId id="342" r:id="rId52"/>
    <p:sldId id="343" r:id="rId53"/>
    <p:sldId id="344" r:id="rId54"/>
    <p:sldId id="288" r:id="rId55"/>
    <p:sldId id="291" r:id="rId56"/>
    <p:sldId id="327" r:id="rId57"/>
    <p:sldId id="320" r:id="rId58"/>
    <p:sldId id="335" r:id="rId59"/>
    <p:sldId id="336" r:id="rId60"/>
    <p:sldId id="337" r:id="rId61"/>
    <p:sldId id="338" r:id="rId62"/>
  </p:sldIdLst>
  <p:sldSz cx="12192000" cy="6858000"/>
  <p:notesSz cx="6858000" cy="12192000"/>
  <p:embeddedFontLst>
    <p:embeddedFont>
      <p:font typeface="Avenir Next LT Pro" panose="020B0504020202020204" pitchFamily="34" charset="0"/>
      <p:regular r:id="rId64"/>
      <p:bold r:id="rId65"/>
      <p:italic r:id="rId66"/>
      <p:boldItalic r:id="rId67"/>
    </p:embeddedFont>
    <p:embeddedFont>
      <p:font typeface="Manrope" pitchFamily="2" charset="0"/>
      <p:regular r:id="rId68"/>
      <p:bold r:id="rId69"/>
    </p:embeddedFont>
    <p:embeddedFont>
      <p:font typeface="Manrope Bold" pitchFamily="2" charset="0"/>
      <p:bold r:id="rId70"/>
    </p:embeddedFont>
    <p:embeddedFont>
      <p:font typeface="Manrope ExtraBold" pitchFamily="2" charset="0"/>
      <p:bold r:id="rId71"/>
    </p:embeddedFont>
    <p:embeddedFont>
      <p:font typeface="Manrope Medium" pitchFamily="2" charset="0"/>
      <p:regular r:id="rId72"/>
    </p:embeddedFont>
    <p:embeddedFont>
      <p:font typeface="Manrope SemiBold" pitchFamily="2" charset="0"/>
      <p:bold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AA"/>
    <a:srgbClr val="0073BB"/>
    <a:srgbClr val="00B0F0"/>
    <a:srgbClr val="1268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DA46E6-EE0C-42B6-967C-19394607A085}" v="380" dt="2026-08-12T08:33:21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404" autoAdjust="0"/>
  </p:normalViewPr>
  <p:slideViewPr>
    <p:cSldViewPr snapToGrid="0" snapToObjects="1">
      <p:cViewPr varScale="1">
        <p:scale>
          <a:sx n="71" d="100"/>
          <a:sy n="71" d="100"/>
        </p:scale>
        <p:origin x="31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font" Target="fonts/font3.fntdata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7.fntdata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font" Target="fonts/font8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n Bandgar" userId="b276492f-c07a-42eb-a13c-e4843a317808" providerId="ADAL" clId="{E551124A-9AA9-476C-B7D6-F7561B166245}"/>
    <pc:docChg chg="undo custSel addSld delSld modSld sldOrd modMainMaster">
      <pc:chgData name="Nitin Bandgar" userId="b276492f-c07a-42eb-a13c-e4843a317808" providerId="ADAL" clId="{E551124A-9AA9-476C-B7D6-F7561B166245}" dt="2026-08-12T08:33:21.531" v="9615"/>
      <pc:docMkLst>
        <pc:docMk/>
      </pc:docMkLst>
      <pc:sldChg chg="addSp delSp modSp mod">
        <pc:chgData name="Nitin Bandgar" userId="b276492f-c07a-42eb-a13c-e4843a317808" providerId="ADAL" clId="{E551124A-9AA9-476C-B7D6-F7561B166245}" dt="2026-07-27T13:15:26.020" v="3981" actId="207"/>
        <pc:sldMkLst>
          <pc:docMk/>
          <pc:sldMk cId="0" sldId="264"/>
        </pc:sldMkLst>
        <pc:spChg chg="add">
          <ac:chgData name="Nitin Bandgar" userId="b276492f-c07a-42eb-a13c-e4843a317808" providerId="ADAL" clId="{E551124A-9AA9-476C-B7D6-F7561B166245}" dt="2026-07-27T12:33:14.485" v="3397" actId="22"/>
          <ac:spMkLst>
            <pc:docMk/>
            <pc:sldMk cId="0" sldId="264"/>
            <ac:spMk id="5" creationId="{C702B354-7CD2-4755-1A6A-681E45BEEBA5}"/>
          </ac:spMkLst>
        </pc:spChg>
        <pc:spChg chg="mod">
          <ac:chgData name="Nitin Bandgar" userId="b276492f-c07a-42eb-a13c-e4843a317808" providerId="ADAL" clId="{E551124A-9AA9-476C-B7D6-F7561B166245}" dt="2026-07-27T13:11:35.161" v="3940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15:01.602" v="3980" actId="20577"/>
          <ac:spMkLst>
            <pc:docMk/>
            <pc:sldMk cId="0" sldId="264"/>
            <ac:spMk id="8" creationId="{00000000-0000-0000-0000-000000000000}"/>
          </ac:spMkLst>
        </pc:spChg>
        <pc:spChg chg="add del mod">
          <ac:chgData name="Nitin Bandgar" userId="b276492f-c07a-42eb-a13c-e4843a317808" providerId="ADAL" clId="{E551124A-9AA9-476C-B7D6-F7561B166245}" dt="2026-07-27T13:11:51.348" v="3945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4:02.738" v="3453" actId="10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15:26.020" v="3981" actId="2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4:02.738" v="3453" actId="103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15:26.020" v="3981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4:02.738" v="3453" actId="103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15:26.020" v="3981" actId="207"/>
          <ac:spMkLst>
            <pc:docMk/>
            <pc:sldMk cId="0" sldId="264"/>
            <ac:spMk id="18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7-27T12:33:17.814" v="3398" actId="20577"/>
          <ac:spMkLst>
            <pc:docMk/>
            <pc:sldMk cId="0" sldId="264"/>
            <ac:spMk id="19" creationId="{517AFBCB-1448-5F41-1D5C-B0DB7DAE6518}"/>
          </ac:spMkLst>
        </pc:spChg>
        <pc:spChg chg="add mod">
          <ac:chgData name="Nitin Bandgar" userId="b276492f-c07a-42eb-a13c-e4843a317808" providerId="ADAL" clId="{E551124A-9AA9-476C-B7D6-F7561B166245}" dt="2026-07-27T13:11:57.837" v="3966" actId="1035"/>
          <ac:spMkLst>
            <pc:docMk/>
            <pc:sldMk cId="0" sldId="264"/>
            <ac:spMk id="23" creationId="{A30B30A3-BA72-EC1F-6ACC-E6BA3BFBEE01}"/>
          </ac:spMkLst>
        </pc:spChg>
        <pc:picChg chg="mod">
          <ac:chgData name="Nitin Bandgar" userId="b276492f-c07a-42eb-a13c-e4843a317808" providerId="ADAL" clId="{E551124A-9AA9-476C-B7D6-F7561B166245}" dt="2026-07-27T13:11:18.397" v="3933" actId="1037"/>
          <ac:picMkLst>
            <pc:docMk/>
            <pc:sldMk cId="0" sldId="264"/>
            <ac:picMk id="11" creationId="{00000000-0000-0000-0000-000000000000}"/>
          </ac:picMkLst>
        </pc:picChg>
        <pc:picChg chg="mod">
          <ac:chgData name="Nitin Bandgar" userId="b276492f-c07a-42eb-a13c-e4843a317808" providerId="ADAL" clId="{E551124A-9AA9-476C-B7D6-F7561B166245}" dt="2026-07-27T13:11:18.397" v="3933" actId="1037"/>
          <ac:picMkLst>
            <pc:docMk/>
            <pc:sldMk cId="0" sldId="264"/>
            <ac:picMk id="14" creationId="{00000000-0000-0000-0000-000000000000}"/>
          </ac:picMkLst>
        </pc:picChg>
        <pc:picChg chg="mod">
          <ac:chgData name="Nitin Bandgar" userId="b276492f-c07a-42eb-a13c-e4843a317808" providerId="ADAL" clId="{E551124A-9AA9-476C-B7D6-F7561B166245}" dt="2026-07-27T13:11:18.397" v="3933" actId="1037"/>
          <ac:picMkLst>
            <pc:docMk/>
            <pc:sldMk cId="0" sldId="264"/>
            <ac:picMk id="17" creationId="{00000000-0000-0000-0000-000000000000}"/>
          </ac:picMkLst>
        </pc:picChg>
      </pc:sldChg>
      <pc:sldChg chg="modSp add mod setBg">
        <pc:chgData name="Nitin Bandgar" userId="b276492f-c07a-42eb-a13c-e4843a317808" providerId="ADAL" clId="{E551124A-9AA9-476C-B7D6-F7561B166245}" dt="2026-08-03T06:57:15.495" v="4314" actId="14100"/>
        <pc:sldMkLst>
          <pc:docMk/>
          <pc:sldMk cId="1561092446" sldId="265"/>
        </pc:sldMkLst>
        <pc:spChg chg="mod">
          <ac:chgData name="Nitin Bandgar" userId="b276492f-c07a-42eb-a13c-e4843a317808" providerId="ADAL" clId="{E551124A-9AA9-476C-B7D6-F7561B166245}" dt="2026-07-27T13:24:06.575" v="4168" actId="403"/>
          <ac:spMkLst>
            <pc:docMk/>
            <pc:sldMk cId="1561092446" sldId="265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10.816" v="4170" actId="403"/>
          <ac:spMkLst>
            <pc:docMk/>
            <pc:sldMk cId="1561092446" sldId="265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06.575" v="4168" actId="403"/>
          <ac:spMkLst>
            <pc:docMk/>
            <pc:sldMk cId="1561092446" sldId="265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5:11" v="4198" actId="20577"/>
          <ac:spMkLst>
            <pc:docMk/>
            <pc:sldMk cId="1561092446" sldId="265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10.816" v="4170" actId="403"/>
          <ac:spMkLst>
            <pc:docMk/>
            <pc:sldMk cId="1561092446" sldId="265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06.575" v="4168" actId="403"/>
          <ac:spMkLst>
            <pc:docMk/>
            <pc:sldMk cId="1561092446" sldId="265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6:55:54.577" v="4299" actId="20577"/>
          <ac:spMkLst>
            <pc:docMk/>
            <pc:sldMk cId="1561092446" sldId="265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10.816" v="4170" actId="403"/>
          <ac:spMkLst>
            <pc:docMk/>
            <pc:sldMk cId="1561092446" sldId="265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54.272" v="4191" actId="20577"/>
          <ac:spMkLst>
            <pc:docMk/>
            <pc:sldMk cId="1561092446" sldId="265"/>
            <ac:spMk id="32" creationId="{DA9D5768-1E52-F237-205B-DD314B48A314}"/>
          </ac:spMkLst>
        </pc:spChg>
        <pc:spChg chg="mod">
          <ac:chgData name="Nitin Bandgar" userId="b276492f-c07a-42eb-a13c-e4843a317808" providerId="ADAL" clId="{E551124A-9AA9-476C-B7D6-F7561B166245}" dt="2026-07-27T13:25:22.880" v="4201" actId="403"/>
          <ac:spMkLst>
            <pc:docMk/>
            <pc:sldMk cId="1561092446" sldId="265"/>
            <ac:spMk id="25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6:56:06.739" v="4306" actId="20577"/>
          <ac:spMkLst>
            <pc:docMk/>
            <pc:sldMk cId="1561092446" sldId="265"/>
            <ac:spMk id="25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6:56:26.316" v="4308"/>
          <ac:spMkLst>
            <pc:docMk/>
            <pc:sldMk cId="1561092446" sldId="265"/>
            <ac:spMk id="25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6:56:42.085" v="4311" actId="20577"/>
          <ac:spMkLst>
            <pc:docMk/>
            <pc:sldMk cId="1561092446" sldId="265"/>
            <ac:spMk id="25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5:36.065" v="4204" actId="404"/>
          <ac:spMkLst>
            <pc:docMk/>
            <pc:sldMk cId="1561092446" sldId="265"/>
            <ac:spMk id="25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5:36.065" v="4204" actId="404"/>
          <ac:spMkLst>
            <pc:docMk/>
            <pc:sldMk cId="1561092446" sldId="265"/>
            <ac:spMk id="26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16.989" v="4171" actId="14100"/>
          <ac:spMkLst>
            <pc:docMk/>
            <pc:sldMk cId="1561092446" sldId="265"/>
            <ac:spMk id="26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4:21.531" v="4186" actId="1035"/>
          <ac:spMkLst>
            <pc:docMk/>
            <pc:sldMk cId="1561092446" sldId="265"/>
            <ac:spMk id="26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3:50.774" v="4159" actId="403"/>
          <ac:spMkLst>
            <pc:docMk/>
            <pc:sldMk cId="1561092446" sldId="265"/>
            <ac:spMk id="26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6:57:15.495" v="4314" actId="14100"/>
          <ac:spMkLst>
            <pc:docMk/>
            <pc:sldMk cId="1561092446" sldId="265"/>
            <ac:spMk id="269" creationId="{00000000-0000-0000-0000-000000000000}"/>
          </ac:spMkLst>
        </pc:spChg>
      </pc:sldChg>
      <pc:sldChg chg="delSp modSp mod">
        <pc:chgData name="Nitin Bandgar" userId="b276492f-c07a-42eb-a13c-e4843a317808" providerId="ADAL" clId="{E551124A-9AA9-476C-B7D6-F7561B166245}" dt="2026-07-27T11:20:15.758" v="2366" actId="20577"/>
        <pc:sldMkLst>
          <pc:docMk/>
          <pc:sldMk cId="0" sldId="267"/>
        </pc:sldMkLst>
        <pc:graphicFrameChg chg="mod modGraphic">
          <ac:chgData name="Nitin Bandgar" userId="b276492f-c07a-42eb-a13c-e4843a317808" providerId="ADAL" clId="{E551124A-9AA9-476C-B7D6-F7561B166245}" dt="2026-07-27T11:20:15.758" v="2366" actId="20577"/>
          <ac:graphicFrameMkLst>
            <pc:docMk/>
            <pc:sldMk cId="0" sldId="267"/>
            <ac:graphicFrameMk id="4" creationId="{EEB14755-72B9-5616-87D7-257C3C7D7E3F}"/>
          </ac:graphicFrameMkLst>
        </pc:graphicFrameChg>
      </pc:sldChg>
      <pc:sldChg chg="modSp mod">
        <pc:chgData name="Nitin Bandgar" userId="b276492f-c07a-42eb-a13c-e4843a317808" providerId="ADAL" clId="{E551124A-9AA9-476C-B7D6-F7561B166245}" dt="2026-07-16T08:22:06.074" v="66" actId="20577"/>
        <pc:sldMkLst>
          <pc:docMk/>
          <pc:sldMk cId="0" sldId="271"/>
        </pc:sldMkLst>
        <pc:spChg chg="mod">
          <ac:chgData name="Nitin Bandgar" userId="b276492f-c07a-42eb-a13c-e4843a317808" providerId="ADAL" clId="{E551124A-9AA9-476C-B7D6-F7561B166245}" dt="2026-07-16T08:22:06.074" v="66" actId="20577"/>
          <ac:spMkLst>
            <pc:docMk/>
            <pc:sldMk cId="0" sldId="271"/>
            <ac:spMk id="8" creationId="{0D6821D2-07CF-5DA6-5D8D-07EFC482F141}"/>
          </ac:spMkLst>
        </pc:spChg>
      </pc:sldChg>
      <pc:sldChg chg="addSp delSp modSp mod">
        <pc:chgData name="Nitin Bandgar" userId="b276492f-c07a-42eb-a13c-e4843a317808" providerId="ADAL" clId="{E551124A-9AA9-476C-B7D6-F7561B166245}" dt="2026-07-27T05:17:50.280" v="465" actId="20577"/>
        <pc:sldMkLst>
          <pc:docMk/>
          <pc:sldMk cId="0" sldId="272"/>
        </pc:sldMkLst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01.270" v="137" actId="20577"/>
          <ac:spMkLst>
            <pc:docMk/>
            <pc:sldMk cId="0" sldId="272"/>
            <ac:spMk id="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12.284" v="179" actId="1037"/>
          <ac:spMkLst>
            <pc:docMk/>
            <pc:sldMk cId="0" sldId="272"/>
            <ac:spMk id="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6:54.278" v="134" actId="12788"/>
          <ac:spMkLst>
            <pc:docMk/>
            <pc:sldMk cId="0" sldId="272"/>
            <ac:spMk id="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6:54.278" v="134" actId="12788"/>
          <ac:spMkLst>
            <pc:docMk/>
            <pc:sldMk cId="0" sldId="272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7:50.280" v="465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19.270" v="181" actId="2057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12.284" v="179" actId="103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6:54.278" v="134" actId="12788"/>
          <ac:spMkLst>
            <pc:docMk/>
            <pc:sldMk cId="0" sldId="272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12.284" v="179" actId="1037"/>
          <ac:spMkLst>
            <pc:docMk/>
            <pc:sldMk cId="0" sldId="272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24.053" v="183" actId="20577"/>
          <ac:spMkLst>
            <pc:docMk/>
            <pc:sldMk cId="0" sldId="272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03.609" v="198" actId="2057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6:54.278" v="134" actId="12788"/>
          <ac:spMkLst>
            <pc:docMk/>
            <pc:sldMk cId="0" sldId="272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12.284" v="179" actId="1037"/>
          <ac:spMkLst>
            <pc:docMk/>
            <pc:sldMk cId="0" sldId="272"/>
            <ac:spMk id="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8:21.833" v="250" actId="14100"/>
          <ac:spMkLst>
            <pc:docMk/>
            <pc:sldMk cId="0" sldId="272"/>
            <ac:spMk id="2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6:54.278" v="134" actId="12788"/>
          <ac:spMkLst>
            <pc:docMk/>
            <pc:sldMk cId="0" sldId="272"/>
            <ac:spMk id="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6T12:37:12.284" v="179" actId="1037"/>
          <ac:spMkLst>
            <pc:docMk/>
            <pc:sldMk cId="0" sldId="272"/>
            <ac:spMk id="25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7-16T12:37:12.284" v="179" actId="1037"/>
          <ac:spMkLst>
            <pc:docMk/>
            <pc:sldMk cId="0" sldId="272"/>
            <ac:spMk id="29" creationId="{C7D9C19D-AB93-A671-0913-6ACDB36A53C8}"/>
          </ac:spMkLst>
        </pc:spChg>
        <pc:spChg chg="add mod">
          <ac:chgData name="Nitin Bandgar" userId="b276492f-c07a-42eb-a13c-e4843a317808" providerId="ADAL" clId="{E551124A-9AA9-476C-B7D6-F7561B166245}" dt="2026-07-16T12:38:01.160" v="197" actId="20577"/>
          <ac:spMkLst>
            <pc:docMk/>
            <pc:sldMk cId="0" sldId="272"/>
            <ac:spMk id="31" creationId="{0CAA6FDC-F3C2-6661-19D1-EE654B65C641}"/>
          </ac:spMkLst>
        </pc:spChg>
      </pc:sldChg>
      <pc:sldChg chg="addSp modSp mod">
        <pc:chgData name="Nitin Bandgar" userId="b276492f-c07a-42eb-a13c-e4843a317808" providerId="ADAL" clId="{E551124A-9AA9-476C-B7D6-F7561B166245}" dt="2026-07-27T05:18:40.876" v="468" actId="14100"/>
        <pc:sldMkLst>
          <pc:docMk/>
          <pc:sldMk cId="0" sldId="273"/>
        </pc:sldMkLst>
        <pc:spChg chg="mod">
          <ac:chgData name="Nitin Bandgar" userId="b276492f-c07a-42eb-a13c-e4843a317808" providerId="ADAL" clId="{E551124A-9AA9-476C-B7D6-F7561B166245}" dt="2026-07-27T05:16:28.161" v="422" actId="164"/>
          <ac:spMkLst>
            <pc:docMk/>
            <pc:sldMk cId="0" sldId="273"/>
            <ac:spMk id="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28.161" v="422" actId="164"/>
          <ac:spMkLst>
            <pc:docMk/>
            <pc:sldMk cId="0" sldId="273"/>
            <ac:spMk id="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28.161" v="422" actId="164"/>
          <ac:spMkLst>
            <pc:docMk/>
            <pc:sldMk cId="0" sldId="273"/>
            <ac:spMk id="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8:40.876" v="468" actId="14100"/>
          <ac:spMkLst>
            <pc:docMk/>
            <pc:sldMk cId="0" sldId="273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57.662" v="446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57.662" v="446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57.662" v="446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57.662" v="446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45.118" v="438" actId="403"/>
          <ac:spMkLst>
            <pc:docMk/>
            <pc:sldMk cId="0" sldId="273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35.878" v="427" actId="403"/>
          <ac:spMkLst>
            <pc:docMk/>
            <pc:sldMk cId="0" sldId="273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47.871" v="440" actId="403"/>
          <ac:spMkLst>
            <pc:docMk/>
            <pc:sldMk cId="0" sldId="273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38.065" v="430" actId="403"/>
          <ac:spMkLst>
            <pc:docMk/>
            <pc:sldMk cId="0" sldId="273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50.715" v="443" actId="403"/>
          <ac:spMkLst>
            <pc:docMk/>
            <pc:sldMk cId="0" sldId="273"/>
            <ac:spMk id="2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40.643" v="433" actId="403"/>
          <ac:spMkLst>
            <pc:docMk/>
            <pc:sldMk cId="0" sldId="273"/>
            <ac:spMk id="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52.950" v="445" actId="403"/>
          <ac:spMkLst>
            <pc:docMk/>
            <pc:sldMk cId="0" sldId="273"/>
            <ac:spMk id="2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42.862" v="436" actId="403"/>
          <ac:spMkLst>
            <pc:docMk/>
            <pc:sldMk cId="0" sldId="273"/>
            <ac:spMk id="2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6:28.161" v="422" actId="164"/>
          <ac:spMkLst>
            <pc:docMk/>
            <pc:sldMk cId="0" sldId="273"/>
            <ac:spMk id="2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7T06:10:53.429" v="276" actId="20577"/>
          <ac:spMkLst>
            <pc:docMk/>
            <pc:sldMk cId="0" sldId="273"/>
            <ac:spMk id="34" creationId="{422D7DF4-0D91-7C2A-D595-AEDA9CB4E6B8}"/>
          </ac:spMkLst>
        </pc:spChg>
        <pc:grpChg chg="mod">
          <ac:chgData name="Nitin Bandgar" userId="b276492f-c07a-42eb-a13c-e4843a317808" providerId="ADAL" clId="{E551124A-9AA9-476C-B7D6-F7561B166245}" dt="2026-07-27T05:16:31.781" v="424" actId="14100"/>
          <ac:grpSpMkLst>
            <pc:docMk/>
            <pc:sldMk cId="0" sldId="273"/>
            <ac:grpSpMk id="6" creationId="{DADD15D3-6033-9AE5-2DB8-C4B35C74482B}"/>
          </ac:grpSpMkLst>
        </pc:grpChg>
      </pc:sldChg>
      <pc:sldChg chg="modSp mod">
        <pc:chgData name="Nitin Bandgar" userId="b276492f-c07a-42eb-a13c-e4843a317808" providerId="ADAL" clId="{E551124A-9AA9-476C-B7D6-F7561B166245}" dt="2026-07-27T05:19:53.720" v="482" actId="20577"/>
        <pc:sldMkLst>
          <pc:docMk/>
          <pc:sldMk cId="0" sldId="274"/>
        </pc:sldMkLst>
        <pc:spChg chg="mod">
          <ac:chgData name="Nitin Bandgar" userId="b276492f-c07a-42eb-a13c-e4843a317808" providerId="ADAL" clId="{E551124A-9AA9-476C-B7D6-F7561B166245}" dt="2026-07-27T05:19:25.582" v="480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19:53.720" v="482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7T06:38:51.285" v="404" actId="20577"/>
          <ac:spMkLst>
            <pc:docMk/>
            <pc:sldMk cId="0" sldId="274"/>
            <ac:spMk id="8" creationId="{00000000-0000-0000-0000-000000000000}"/>
          </ac:spMkLst>
        </pc:spChg>
      </pc:sldChg>
      <pc:sldChg chg="addSp delSp modSp mod modNotesTx">
        <pc:chgData name="Nitin Bandgar" userId="b276492f-c07a-42eb-a13c-e4843a317808" providerId="ADAL" clId="{E551124A-9AA9-476C-B7D6-F7561B166245}" dt="2026-07-27T12:22:24.822" v="3245" actId="20577"/>
        <pc:sldMkLst>
          <pc:docMk/>
          <pc:sldMk cId="0" sldId="275"/>
        </pc:sldMkLst>
        <pc:spChg chg="add mod">
          <ac:chgData name="Nitin Bandgar" userId="b276492f-c07a-42eb-a13c-e4843a317808" providerId="ADAL" clId="{E551124A-9AA9-476C-B7D6-F7561B166245}" dt="2026-07-27T12:13:16.615" v="3136" actId="14100"/>
          <ac:spMkLst>
            <pc:docMk/>
            <pc:sldMk cId="0" sldId="275"/>
            <ac:spMk id="3" creationId="{361FB035-4416-D8D1-DCD3-9A5E1939F545}"/>
          </ac:spMkLst>
        </pc:spChg>
        <pc:spChg chg="add mod">
          <ac:chgData name="Nitin Bandgar" userId="b276492f-c07a-42eb-a13c-e4843a317808" providerId="ADAL" clId="{E551124A-9AA9-476C-B7D6-F7561B166245}" dt="2026-07-27T12:13:14.669" v="3135" actId="14100"/>
          <ac:spMkLst>
            <pc:docMk/>
            <pc:sldMk cId="0" sldId="275"/>
            <ac:spMk id="5" creationId="{3D452C74-C340-0F44-C260-6B177080E735}"/>
          </ac:spMkLst>
        </pc:spChg>
        <pc:spChg chg="mod">
          <ac:chgData name="Nitin Bandgar" userId="b276492f-c07a-42eb-a13c-e4843a317808" providerId="ADAL" clId="{E551124A-9AA9-476C-B7D6-F7561B166245}" dt="2026-07-27T12:11:25.100" v="3074" actId="207"/>
          <ac:spMkLst>
            <pc:docMk/>
            <pc:sldMk cId="0" sldId="275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11:23.261" v="3073" actId="207"/>
          <ac:spMkLst>
            <pc:docMk/>
            <pc:sldMk cId="0" sldId="275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11:32.484" v="3077" actId="113"/>
          <ac:spMkLst>
            <pc:docMk/>
            <pc:sldMk cId="0" sldId="275"/>
            <ac:spMk id="18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7-27T12:13:12.251" v="3134" actId="14100"/>
          <ac:spMkLst>
            <pc:docMk/>
            <pc:sldMk cId="0" sldId="275"/>
            <ac:spMk id="19" creationId="{561E2F69-978A-51FE-041A-8D73F1F6973D}"/>
          </ac:spMkLst>
        </pc:spChg>
        <pc:cxnChg chg="add mod">
          <ac:chgData name="Nitin Bandgar" userId="b276492f-c07a-42eb-a13c-e4843a317808" providerId="ADAL" clId="{E551124A-9AA9-476C-B7D6-F7561B166245}" dt="2026-07-27T12:11:39.550" v="3088" actId="1035"/>
          <ac:cxnSpMkLst>
            <pc:docMk/>
            <pc:sldMk cId="0" sldId="275"/>
            <ac:cxnSpMk id="21" creationId="{8EFE6D2D-0CBE-8D5D-1FFB-5B37E4DD6E74}"/>
          </ac:cxnSpMkLst>
        </pc:cxnChg>
        <pc:cxnChg chg="add mod">
          <ac:chgData name="Nitin Bandgar" userId="b276492f-c07a-42eb-a13c-e4843a317808" providerId="ADAL" clId="{E551124A-9AA9-476C-B7D6-F7561B166245}" dt="2026-07-27T12:11:39.550" v="3088" actId="1035"/>
          <ac:cxnSpMkLst>
            <pc:docMk/>
            <pc:sldMk cId="0" sldId="275"/>
            <ac:cxnSpMk id="23" creationId="{C1761219-106B-1D1C-4854-878789E12963}"/>
          </ac:cxnSpMkLst>
        </pc:cxnChg>
      </pc:sldChg>
      <pc:sldChg chg="modSp mod ord">
        <pc:chgData name="Nitin Bandgar" userId="b276492f-c07a-42eb-a13c-e4843a317808" providerId="ADAL" clId="{E551124A-9AA9-476C-B7D6-F7561B166245}" dt="2026-07-27T08:57:35.191" v="1173" actId="20577"/>
        <pc:sldMkLst>
          <pc:docMk/>
          <pc:sldMk cId="0" sldId="276"/>
        </pc:sldMkLst>
        <pc:spChg chg="mod">
          <ac:chgData name="Nitin Bandgar" userId="b276492f-c07a-42eb-a13c-e4843a317808" providerId="ADAL" clId="{E551124A-9AA9-476C-B7D6-F7561B166245}" dt="2026-07-27T08:56:52.680" v="1146" actId="20577"/>
          <ac:spMkLst>
            <pc:docMk/>
            <pc:sldMk cId="0" sldId="276"/>
            <ac:spMk id="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49:44.218" v="978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5:03.158" v="1141" actId="14100"/>
          <ac:spMkLst>
            <pc:docMk/>
            <pc:sldMk cId="0" sldId="276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1:21.126" v="1009" actId="403"/>
          <ac:spMkLst>
            <pc:docMk/>
            <pc:sldMk cId="0" sldId="276"/>
            <ac:spMk id="14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1:27.158" v="1013" actId="403"/>
          <ac:spMkLst>
            <pc:docMk/>
            <pc:sldMk cId="0" sldId="276"/>
            <ac:spMk id="14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1:50.488" v="1021" actId="14100"/>
          <ac:spMkLst>
            <pc:docMk/>
            <pc:sldMk cId="0" sldId="276"/>
            <ac:spMk id="14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1:54.970" v="1037" actId="1035"/>
          <ac:spMkLst>
            <pc:docMk/>
            <pc:sldMk cId="0" sldId="276"/>
            <ac:spMk id="14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1:38.298" v="1015" actId="403"/>
          <ac:spMkLst>
            <pc:docMk/>
            <pc:sldMk cId="0" sldId="276"/>
            <ac:spMk id="14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7:35.191" v="1173" actId="20577"/>
          <ac:spMkLst>
            <pc:docMk/>
            <pc:sldMk cId="0" sldId="276"/>
            <ac:spMk id="151" creationId="{00000000-0000-0000-0000-000000000000}"/>
          </ac:spMkLst>
        </pc:spChg>
      </pc:sldChg>
      <pc:sldChg chg="modSp mod modShow">
        <pc:chgData name="Nitin Bandgar" userId="b276492f-c07a-42eb-a13c-e4843a317808" providerId="ADAL" clId="{E551124A-9AA9-476C-B7D6-F7561B166245}" dt="2026-07-27T09:01:07.410" v="1205" actId="20577"/>
        <pc:sldMkLst>
          <pc:docMk/>
          <pc:sldMk cId="0" sldId="277"/>
        </pc:sldMkLst>
        <pc:spChg chg="mod">
          <ac:chgData name="Nitin Bandgar" userId="b276492f-c07a-42eb-a13c-e4843a317808" providerId="ADAL" clId="{E551124A-9AA9-476C-B7D6-F7561B166245}" dt="2026-07-27T08:52:54.478" v="1038" actId="14100"/>
          <ac:spMkLst>
            <pc:docMk/>
            <pc:sldMk cId="0" sldId="277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3:06.118" v="1042" actId="403"/>
          <ac:spMkLst>
            <pc:docMk/>
            <pc:sldMk cId="0" sldId="277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00:29.753" v="1194" actId="20577"/>
          <ac:spMkLst>
            <pc:docMk/>
            <pc:sldMk cId="0" sldId="277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2:58.443" v="1039" actId="14100"/>
          <ac:spMkLst>
            <pc:docMk/>
            <pc:sldMk cId="0" sldId="277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3:06.118" v="1042" actId="403"/>
          <ac:spMkLst>
            <pc:docMk/>
            <pc:sldMk cId="0" sldId="277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9:31.917" v="1182" actId="20577"/>
          <ac:spMkLst>
            <pc:docMk/>
            <pc:sldMk cId="0" sldId="277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3:01.581" v="1040" actId="14100"/>
          <ac:spMkLst>
            <pc:docMk/>
            <pc:sldMk cId="0" sldId="277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8:53:06.118" v="1042" actId="403"/>
          <ac:spMkLst>
            <pc:docMk/>
            <pc:sldMk cId="0" sldId="277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01:07.410" v="1205" actId="20577"/>
          <ac:spMkLst>
            <pc:docMk/>
            <pc:sldMk cId="0" sldId="277"/>
            <ac:spMk id="21" creationId="{00000000-0000-0000-0000-000000000000}"/>
          </ac:spMkLst>
        </pc:spChg>
      </pc:sldChg>
      <pc:sldChg chg="addSp modSp mod">
        <pc:chgData name="Nitin Bandgar" userId="b276492f-c07a-42eb-a13c-e4843a317808" providerId="ADAL" clId="{E551124A-9AA9-476C-B7D6-F7561B166245}" dt="2026-08-03T11:04:44.888" v="5844" actId="1035"/>
        <pc:sldMkLst>
          <pc:docMk/>
          <pc:sldMk cId="0" sldId="279"/>
        </pc:sldMkLst>
        <pc:spChg chg="add mod">
          <ac:chgData name="Nitin Bandgar" userId="b276492f-c07a-42eb-a13c-e4843a317808" providerId="ADAL" clId="{E551124A-9AA9-476C-B7D6-F7561B166245}" dt="2026-08-03T11:01:16.392" v="5786"/>
          <ac:spMkLst>
            <pc:docMk/>
            <pc:sldMk cId="0" sldId="279"/>
            <ac:spMk id="3" creationId="{AEF06B04-7DB4-9283-E078-935C1BF2E175}"/>
          </ac:spMkLst>
        </pc:spChg>
        <pc:spChg chg="add mod">
          <ac:chgData name="Nitin Bandgar" userId="b276492f-c07a-42eb-a13c-e4843a317808" providerId="ADAL" clId="{E551124A-9AA9-476C-B7D6-F7561B166245}" dt="2026-08-03T11:02:34.698" v="5808" actId="20577"/>
          <ac:spMkLst>
            <pc:docMk/>
            <pc:sldMk cId="0" sldId="279"/>
            <ac:spMk id="5" creationId="{929312FC-9B1F-6E41-886A-8143924BD3D8}"/>
          </ac:spMkLst>
        </pc:spChg>
        <pc:spChg chg="mod">
          <ac:chgData name="Nitin Bandgar" userId="b276492f-c07a-42eb-a13c-e4843a317808" providerId="ADAL" clId="{E551124A-9AA9-476C-B7D6-F7561B166245}" dt="2026-08-03T10:47:40.678" v="5779" actId="1035"/>
          <ac:spMkLst>
            <pc:docMk/>
            <pc:sldMk cId="0" sldId="279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1:31.170" v="5791" actId="20577"/>
          <ac:spMkLst>
            <pc:docMk/>
            <pc:sldMk cId="0" sldId="279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0:47:40.678" v="5779" actId="1035"/>
          <ac:spMkLst>
            <pc:docMk/>
            <pc:sldMk cId="0" sldId="279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0:47:33.881" v="5774" actId="403"/>
          <ac:spMkLst>
            <pc:docMk/>
            <pc:sldMk cId="0" sldId="279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0:47:40.678" v="5779" actId="1035"/>
          <ac:spMkLst>
            <pc:docMk/>
            <pc:sldMk cId="0" sldId="279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0:47:33.881" v="5774" actId="403"/>
          <ac:spMkLst>
            <pc:docMk/>
            <pc:sldMk cId="0" sldId="279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4:38.942" v="5833" actId="1035"/>
          <ac:spMkLst>
            <pc:docMk/>
            <pc:sldMk cId="0" sldId="279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4:38.942" v="5833" actId="1035"/>
          <ac:spMkLst>
            <pc:docMk/>
            <pc:sldMk cId="0" sldId="279"/>
            <ac:spMk id="21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8-03T11:04:22.371" v="5818" actId="20577"/>
          <ac:spMkLst>
            <pc:docMk/>
            <pc:sldMk cId="0" sldId="279"/>
            <ac:spMk id="22" creationId="{F35D69BB-D06E-1914-C621-4BEB1F88AB91}"/>
          </ac:spMkLst>
        </pc:spChg>
        <pc:picChg chg="mod">
          <ac:chgData name="Nitin Bandgar" userId="b276492f-c07a-42eb-a13c-e4843a317808" providerId="ADAL" clId="{E551124A-9AA9-476C-B7D6-F7561B166245}" dt="2026-08-03T11:04:44.888" v="5844" actId="1035"/>
          <ac:picMkLst>
            <pc:docMk/>
            <pc:sldMk cId="0" sldId="279"/>
            <ac:picMk id="20" creationId="{00000000-0000-0000-0000-000000000000}"/>
          </ac:picMkLst>
        </pc:picChg>
      </pc:sldChg>
      <pc:sldChg chg="addSp delSp modSp mod">
        <pc:chgData name="Nitin Bandgar" userId="b276492f-c07a-42eb-a13c-e4843a317808" providerId="ADAL" clId="{E551124A-9AA9-476C-B7D6-F7561B166245}" dt="2026-07-27T09:12:31.786" v="1276" actId="1076"/>
        <pc:sldMkLst>
          <pc:docMk/>
          <pc:sldMk cId="0" sldId="280"/>
        </pc:sldMkLst>
        <pc:spChg chg="mod">
          <ac:chgData name="Nitin Bandgar" userId="b276492f-c07a-42eb-a13c-e4843a317808" providerId="ADAL" clId="{E551124A-9AA9-476C-B7D6-F7561B166245}" dt="2026-07-27T05:24:40.833" v="487" actId="20577"/>
          <ac:spMkLst>
            <pc:docMk/>
            <pc:sldMk cId="0" sldId="280"/>
            <ac:spMk id="32" creationId="{89918186-8B9D-2469-5244-079D4D99446F}"/>
          </ac:spMkLst>
        </pc:spChg>
        <pc:spChg chg="mod">
          <ac:chgData name="Nitin Bandgar" userId="b276492f-c07a-42eb-a13c-e4843a317808" providerId="ADAL" clId="{E551124A-9AA9-476C-B7D6-F7561B166245}" dt="2026-07-27T09:12:10.827" v="1263" actId="14100"/>
          <ac:spMkLst>
            <pc:docMk/>
            <pc:sldMk cId="0" sldId="280"/>
            <ac:spMk id="10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1:29.054" v="1256" actId="404"/>
          <ac:spMkLst>
            <pc:docMk/>
            <pc:sldMk cId="0" sldId="280"/>
            <ac:spMk id="10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10.827" v="1263" actId="14100"/>
          <ac:spMkLst>
            <pc:docMk/>
            <pc:sldMk cId="0" sldId="280"/>
            <ac:spMk id="10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1:29.054" v="1256" actId="404"/>
          <ac:spMkLst>
            <pc:docMk/>
            <pc:sldMk cId="0" sldId="280"/>
            <ac:spMk id="10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10.827" v="1263" actId="14100"/>
          <ac:spMkLst>
            <pc:docMk/>
            <pc:sldMk cId="0" sldId="280"/>
            <ac:spMk id="10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1:29.054" v="1256" actId="404"/>
          <ac:spMkLst>
            <pc:docMk/>
            <pc:sldMk cId="0" sldId="280"/>
            <ac:spMk id="1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10.827" v="1263" actId="14100"/>
          <ac:spMkLst>
            <pc:docMk/>
            <pc:sldMk cId="0" sldId="280"/>
            <ac:spMk id="1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1:29.054" v="1256" actId="404"/>
          <ac:spMkLst>
            <pc:docMk/>
            <pc:sldMk cId="0" sldId="280"/>
            <ac:spMk id="1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10.827" v="1263" actId="14100"/>
          <ac:spMkLst>
            <pc:docMk/>
            <pc:sldMk cId="0" sldId="280"/>
            <ac:spMk id="1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31.786" v="1276" actId="1076"/>
          <ac:spMkLst>
            <pc:docMk/>
            <pc:sldMk cId="0" sldId="280"/>
            <ac:spMk id="1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31.786" v="1276" actId="1076"/>
          <ac:spMkLst>
            <pc:docMk/>
            <pc:sldMk cId="0" sldId="280"/>
            <ac:spMk id="1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31.786" v="1276" actId="1076"/>
          <ac:spMkLst>
            <pc:docMk/>
            <pc:sldMk cId="0" sldId="280"/>
            <ac:spMk id="1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31.786" v="1276" actId="1076"/>
          <ac:spMkLst>
            <pc:docMk/>
            <pc:sldMk cId="0" sldId="280"/>
            <ac:spMk id="12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31.786" v="1276" actId="1076"/>
          <ac:spMkLst>
            <pc:docMk/>
            <pc:sldMk cId="0" sldId="280"/>
            <ac:spMk id="12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31.786" v="1276" actId="1076"/>
          <ac:spMkLst>
            <pc:docMk/>
            <pc:sldMk cId="0" sldId="280"/>
            <ac:spMk id="12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31.786" v="1276" actId="1076"/>
          <ac:spMkLst>
            <pc:docMk/>
            <pc:sldMk cId="0" sldId="280"/>
            <ac:spMk id="13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20.700" v="1274" actId="1035"/>
          <ac:spMkLst>
            <pc:docMk/>
            <pc:sldMk cId="0" sldId="280"/>
            <ac:spMk id="1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20.700" v="1274" actId="1035"/>
          <ac:spMkLst>
            <pc:docMk/>
            <pc:sldMk cId="0" sldId="280"/>
            <ac:spMk id="13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5:25:13.174" v="494" actId="403"/>
          <ac:spMkLst>
            <pc:docMk/>
            <pc:sldMk cId="0" sldId="280"/>
            <ac:spMk id="13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09:12:20.700" v="1274" actId="1035"/>
          <ac:spMkLst>
            <pc:docMk/>
            <pc:sldMk cId="0" sldId="280"/>
            <ac:spMk id="139" creationId="{00000000-0000-0000-0000-000000000000}"/>
          </ac:spMkLst>
        </pc:spChg>
      </pc:sldChg>
      <pc:sldChg chg="addSp delSp modSp add mod setBg">
        <pc:chgData name="Nitin Bandgar" userId="b276492f-c07a-42eb-a13c-e4843a317808" providerId="ADAL" clId="{E551124A-9AA9-476C-B7D6-F7561B166245}" dt="2026-08-03T06:50:55.411" v="4295" actId="403"/>
        <pc:sldMkLst>
          <pc:docMk/>
          <pc:sldMk cId="1859197470" sldId="281"/>
        </pc:sldMkLst>
        <pc:graphicFrameChg chg="add mod modGraphic">
          <ac:chgData name="Nitin Bandgar" userId="b276492f-c07a-42eb-a13c-e4843a317808" providerId="ADAL" clId="{E551124A-9AA9-476C-B7D6-F7561B166245}" dt="2026-08-03T06:50:55.411" v="4295" actId="403"/>
          <ac:graphicFrameMkLst>
            <pc:docMk/>
            <pc:sldMk cId="1859197470" sldId="281"/>
            <ac:graphicFrameMk id="4" creationId="{E61DAA43-12CE-E783-15AC-D32FBD4B7F8D}"/>
          </ac:graphicFrameMkLst>
        </pc:graphicFrameChg>
      </pc:sldChg>
      <pc:sldChg chg="addSp modSp mod">
        <pc:chgData name="Nitin Bandgar" userId="b276492f-c07a-42eb-a13c-e4843a317808" providerId="ADAL" clId="{E551124A-9AA9-476C-B7D6-F7561B166245}" dt="2026-08-03T07:17:32.913" v="4641" actId="1036"/>
        <pc:sldMkLst>
          <pc:docMk/>
          <pc:sldMk cId="0" sldId="282"/>
        </pc:sldMkLst>
        <pc:spChg chg="add mod">
          <ac:chgData name="Nitin Bandgar" userId="b276492f-c07a-42eb-a13c-e4843a317808" providerId="ADAL" clId="{E551124A-9AA9-476C-B7D6-F7561B166245}" dt="2026-08-03T07:17:30.575" v="4638" actId="1076"/>
          <ac:spMkLst>
            <pc:docMk/>
            <pc:sldMk cId="0" sldId="282"/>
            <ac:spMk id="3" creationId="{240BB0D9-1191-29A2-C435-BB51FD9A13ED}"/>
          </ac:spMkLst>
        </pc:spChg>
        <pc:spChg chg="add mod">
          <ac:chgData name="Nitin Bandgar" userId="b276492f-c07a-42eb-a13c-e4843a317808" providerId="ADAL" clId="{E551124A-9AA9-476C-B7D6-F7561B166245}" dt="2026-08-03T07:08:08.654" v="4346" actId="1035"/>
          <ac:spMkLst>
            <pc:docMk/>
            <pc:sldMk cId="0" sldId="282"/>
            <ac:spMk id="5" creationId="{B10B5DBC-3438-8F71-7A6A-0D88A648C826}"/>
          </ac:spMkLst>
        </pc:spChg>
        <pc:spChg chg="mod">
          <ac:chgData name="Nitin Bandgar" userId="b276492f-c07a-42eb-a13c-e4843a317808" providerId="ADAL" clId="{E551124A-9AA9-476C-B7D6-F7561B166245}" dt="2026-07-27T13:28:25.464" v="4210" actId="403"/>
          <ac:spMkLst>
            <pc:docMk/>
            <pc:sldMk cId="0" sldId="282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8:44.184" v="4263" actId="1036"/>
          <ac:spMkLst>
            <pc:docMk/>
            <pc:sldMk cId="0" sldId="282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06:24.020" v="4317" actId="20577"/>
          <ac:spMkLst>
            <pc:docMk/>
            <pc:sldMk cId="0" sldId="282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07:49.371" v="4331" actId="20577"/>
          <ac:spMkLst>
            <pc:docMk/>
            <pc:sldMk cId="0" sldId="282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8:25.464" v="4210" actId="403"/>
          <ac:spMkLst>
            <pc:docMk/>
            <pc:sldMk cId="0" sldId="282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8:44.184" v="4263" actId="103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28:25.464" v="4210" actId="403"/>
          <ac:spMkLst>
            <pc:docMk/>
            <pc:sldMk cId="0" sldId="282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6:40.348" v="4500" actId="20577"/>
          <ac:spMkLst>
            <pc:docMk/>
            <pc:sldMk cId="0" sldId="282"/>
            <ac:spMk id="14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8-03T07:08:08.654" v="4346" actId="1035"/>
          <ac:spMkLst>
            <pc:docMk/>
            <pc:sldMk cId="0" sldId="282"/>
            <ac:spMk id="15" creationId="{80F7F1C7-D61C-F49C-443F-E278E3286D2C}"/>
          </ac:spMkLst>
        </pc:spChg>
        <pc:spChg chg="add mod">
          <ac:chgData name="Nitin Bandgar" userId="b276492f-c07a-42eb-a13c-e4843a317808" providerId="ADAL" clId="{E551124A-9AA9-476C-B7D6-F7561B166245}" dt="2026-08-03T07:17:32.913" v="4641" actId="1036"/>
          <ac:spMkLst>
            <pc:docMk/>
            <pc:sldMk cId="0" sldId="282"/>
            <ac:spMk id="17" creationId="{FB02D782-A94B-E4B7-4D0F-12B880D4D1D7}"/>
          </ac:spMkLst>
        </pc:spChg>
      </pc:sldChg>
      <pc:sldChg chg="addSp delSp modSp mod">
        <pc:chgData name="Nitin Bandgar" userId="b276492f-c07a-42eb-a13c-e4843a317808" providerId="ADAL" clId="{E551124A-9AA9-476C-B7D6-F7561B166245}" dt="2026-08-03T11:12:50.779" v="5994" actId="1035"/>
        <pc:sldMkLst>
          <pc:docMk/>
          <pc:sldMk cId="0" sldId="283"/>
        </pc:sldMkLst>
        <pc:spChg chg="mod">
          <ac:chgData name="Nitin Bandgar" userId="b276492f-c07a-42eb-a13c-e4843a317808" providerId="ADAL" clId="{E551124A-9AA9-476C-B7D6-F7561B166245}" dt="2026-08-03T11:12:50.779" v="5994" actId="1035"/>
          <ac:spMkLst>
            <pc:docMk/>
            <pc:sldMk cId="0" sldId="283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12:50.779" v="5994" actId="1035"/>
          <ac:spMkLst>
            <pc:docMk/>
            <pc:sldMk cId="0" sldId="283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9:56.962" v="5983" actId="20577"/>
          <ac:spMkLst>
            <pc:docMk/>
            <pc:sldMk cId="0" sldId="283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12:50.779" v="5994" actId="1035"/>
          <ac:spMkLst>
            <pc:docMk/>
            <pc:sldMk cId="0" sldId="283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12:50.779" v="5994" actId="1035"/>
          <ac:spMkLst>
            <pc:docMk/>
            <pc:sldMk cId="0" sldId="283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9:14.131" v="5958" actId="1036"/>
          <ac:spMkLst>
            <pc:docMk/>
            <pc:sldMk cId="0" sldId="283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12:50.779" v="5994" actId="1035"/>
          <ac:spMkLst>
            <pc:docMk/>
            <pc:sldMk cId="0" sldId="283"/>
            <ac:spMk id="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12:50.779" v="5994" actId="1035"/>
          <ac:spMkLst>
            <pc:docMk/>
            <pc:sldMk cId="0" sldId="283"/>
            <ac:spMk id="2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9:14.131" v="5958" actId="1036"/>
          <ac:spMkLst>
            <pc:docMk/>
            <pc:sldMk cId="0" sldId="283"/>
            <ac:spMk id="2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9:29.705" v="5969" actId="14100"/>
          <ac:spMkLst>
            <pc:docMk/>
            <pc:sldMk cId="0" sldId="283"/>
            <ac:spMk id="34" creationId="{021ACB56-CD7F-DA77-8806-CE172DDF2909}"/>
          </ac:spMkLst>
        </pc:spChg>
        <pc:spChg chg="mod">
          <ac:chgData name="Nitin Bandgar" userId="b276492f-c07a-42eb-a13c-e4843a317808" providerId="ADAL" clId="{E551124A-9AA9-476C-B7D6-F7561B166245}" dt="2026-08-03T11:09:29.705" v="5969" actId="14100"/>
          <ac:spMkLst>
            <pc:docMk/>
            <pc:sldMk cId="0" sldId="283"/>
            <ac:spMk id="35" creationId="{0DD1CCB5-B260-13FF-EF5D-C0CC9B2F1E25}"/>
          </ac:spMkLst>
        </pc:spChg>
        <pc:spChg chg="mod">
          <ac:chgData name="Nitin Bandgar" userId="b276492f-c07a-42eb-a13c-e4843a317808" providerId="ADAL" clId="{E551124A-9AA9-476C-B7D6-F7561B166245}" dt="2026-08-03T11:09:29.705" v="5969" actId="14100"/>
          <ac:spMkLst>
            <pc:docMk/>
            <pc:sldMk cId="0" sldId="283"/>
            <ac:spMk id="36" creationId="{F1B855D2-23A2-9F64-61F9-CEF47BB2C53E}"/>
          </ac:spMkLst>
        </pc:spChg>
        <pc:spChg chg="mod">
          <ac:chgData name="Nitin Bandgar" userId="b276492f-c07a-42eb-a13c-e4843a317808" providerId="ADAL" clId="{E551124A-9AA9-476C-B7D6-F7561B166245}" dt="2026-08-03T11:09:37.742" v="5972" actId="14100"/>
          <ac:spMkLst>
            <pc:docMk/>
            <pc:sldMk cId="0" sldId="283"/>
            <ac:spMk id="30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9:41.204" v="5980" actId="1036"/>
          <ac:spMkLst>
            <pc:docMk/>
            <pc:sldMk cId="0" sldId="283"/>
            <ac:spMk id="30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09:35.072" v="5971" actId="403"/>
          <ac:spMkLst>
            <pc:docMk/>
            <pc:sldMk cId="0" sldId="283"/>
            <ac:spMk id="30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11:49.930" v="5987" actId="20577"/>
          <ac:spMkLst>
            <pc:docMk/>
            <pc:sldMk cId="0" sldId="283"/>
            <ac:spMk id="309" creationId="{00000000-0000-0000-0000-000000000000}"/>
          </ac:spMkLst>
        </pc:spChg>
      </pc:sldChg>
      <pc:sldChg chg="modSp mod">
        <pc:chgData name="Nitin Bandgar" userId="b276492f-c07a-42eb-a13c-e4843a317808" providerId="ADAL" clId="{E551124A-9AA9-476C-B7D6-F7561B166245}" dt="2026-07-27T12:04:40.617" v="2989" actId="20577"/>
        <pc:sldMkLst>
          <pc:docMk/>
          <pc:sldMk cId="0" sldId="284"/>
        </pc:sldMkLst>
        <pc:spChg chg="mod">
          <ac:chgData name="Nitin Bandgar" userId="b276492f-c07a-42eb-a13c-e4843a317808" providerId="ADAL" clId="{E551124A-9AA9-476C-B7D6-F7561B166245}" dt="2026-07-27T11:15:30.872" v="2248" actId="14100"/>
          <ac:spMkLst>
            <pc:docMk/>
            <pc:sldMk cId="0" sldId="284"/>
            <ac:spMk id="4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04:11.556" v="2986" actId="20577"/>
          <ac:spMkLst>
            <pc:docMk/>
            <pc:sldMk cId="0" sldId="284"/>
            <ac:spMk id="42" creationId="{00000000-0000-0000-0000-000000000000}"/>
          </ac:spMkLst>
        </pc:spChg>
        <pc:graphicFrameChg chg="mod modGraphic">
          <ac:chgData name="Nitin Bandgar" userId="b276492f-c07a-42eb-a13c-e4843a317808" providerId="ADAL" clId="{E551124A-9AA9-476C-B7D6-F7561B166245}" dt="2026-07-27T12:04:40.617" v="2989" actId="20577"/>
          <ac:graphicFrameMkLst>
            <pc:docMk/>
            <pc:sldMk cId="0" sldId="284"/>
            <ac:graphicFrameMk id="50" creationId="{B9B7E31E-8D21-62BD-4674-9D21E6B539DD}"/>
          </ac:graphicFrameMkLst>
        </pc:graphicFrameChg>
        <pc:picChg chg="mod ord">
          <ac:chgData name="Nitin Bandgar" userId="b276492f-c07a-42eb-a13c-e4843a317808" providerId="ADAL" clId="{E551124A-9AA9-476C-B7D6-F7561B166245}" dt="2026-07-27T11:13:49.853" v="2223" actId="1037"/>
          <ac:picMkLst>
            <pc:docMk/>
            <pc:sldMk cId="0" sldId="284"/>
            <ac:picMk id="41" creationId="{00000000-0000-0000-0000-000000000000}"/>
          </ac:picMkLst>
        </pc:picChg>
      </pc:sldChg>
      <pc:sldChg chg="addSp modSp mod modNotesTx">
        <pc:chgData name="Nitin Bandgar" userId="b276492f-c07a-42eb-a13c-e4843a317808" providerId="ADAL" clId="{E551124A-9AA9-476C-B7D6-F7561B166245}" dt="2026-08-03T08:05:19.852" v="5044" actId="1076"/>
        <pc:sldMkLst>
          <pc:docMk/>
          <pc:sldMk cId="0" sldId="286"/>
        </pc:sldMkLst>
        <pc:spChg chg="add mod">
          <ac:chgData name="Nitin Bandgar" userId="b276492f-c07a-42eb-a13c-e4843a317808" providerId="ADAL" clId="{E551124A-9AA9-476C-B7D6-F7561B166245}" dt="2026-08-03T08:05:19.852" v="5044" actId="1076"/>
          <ac:spMkLst>
            <pc:docMk/>
            <pc:sldMk cId="0" sldId="286"/>
            <ac:spMk id="3" creationId="{AE7B0FE8-5C35-F9C8-77E7-5DEAE79A5833}"/>
          </ac:spMkLst>
        </pc:spChg>
        <pc:spChg chg="mod">
          <ac:chgData name="Nitin Bandgar" userId="b276492f-c07a-42eb-a13c-e4843a317808" providerId="ADAL" clId="{E551124A-9AA9-476C-B7D6-F7561B166245}" dt="2026-08-03T08:02:58.463" v="4972" actId="403"/>
          <ac:spMkLst>
            <pc:docMk/>
            <pc:sldMk cId="0" sldId="286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15.162" v="4987" actId="1036"/>
          <ac:spMkLst>
            <pc:docMk/>
            <pc:sldMk cId="0" sldId="286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08.654" v="4981" actId="1036"/>
          <ac:spMkLst>
            <pc:docMk/>
            <pc:sldMk cId="0" sldId="286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2:58.463" v="4972" actId="403"/>
          <ac:spMkLst>
            <pc:docMk/>
            <pc:sldMk cId="0" sldId="286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15.162" v="4987" actId="1036"/>
          <ac:spMkLst>
            <pc:docMk/>
            <pc:sldMk cId="0" sldId="286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08.654" v="4981" actId="1036"/>
          <ac:spMkLst>
            <pc:docMk/>
            <pc:sldMk cId="0" sldId="286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2:58.463" v="4972" actId="403"/>
          <ac:spMkLst>
            <pc:docMk/>
            <pc:sldMk cId="0" sldId="286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15.162" v="4987" actId="1036"/>
          <ac:spMkLst>
            <pc:docMk/>
            <pc:sldMk cId="0" sldId="286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08.654" v="4981" actId="1036"/>
          <ac:spMkLst>
            <pc:docMk/>
            <pc:sldMk cId="0" sldId="286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2:58.463" v="4972" actId="403"/>
          <ac:spMkLst>
            <pc:docMk/>
            <pc:sldMk cId="0" sldId="286"/>
            <ac:spMk id="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15.162" v="4987" actId="1036"/>
          <ac:spMkLst>
            <pc:docMk/>
            <pc:sldMk cId="0" sldId="286"/>
            <ac:spMk id="2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3:08.654" v="4981" actId="1036"/>
          <ac:spMkLst>
            <pc:docMk/>
            <pc:sldMk cId="0" sldId="286"/>
            <ac:spMk id="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2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2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1:53.862" v="4964" actId="1037"/>
          <ac:spMkLst>
            <pc:docMk/>
            <pc:sldMk cId="0" sldId="286"/>
            <ac:spMk id="2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2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2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2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3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3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1:42.255" v="4946" actId="14100"/>
          <ac:spMkLst>
            <pc:docMk/>
            <pc:sldMk cId="0" sldId="286"/>
            <ac:spMk id="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3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3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4:31.859" v="4988" actId="1076"/>
          <ac:spMkLst>
            <pc:docMk/>
            <pc:sldMk cId="0" sldId="286"/>
            <ac:spMk id="36" creationId="{00000000-0000-0000-0000-000000000000}"/>
          </ac:spMkLst>
        </pc:spChg>
      </pc:sldChg>
      <pc:sldChg chg="addSp delSp modSp mod">
        <pc:chgData name="Nitin Bandgar" userId="b276492f-c07a-42eb-a13c-e4843a317808" providerId="ADAL" clId="{E551124A-9AA9-476C-B7D6-F7561B166245}" dt="2026-08-03T13:09:44.396" v="8061" actId="1076"/>
        <pc:sldMkLst>
          <pc:docMk/>
          <pc:sldMk cId="0" sldId="288"/>
        </pc:sldMkLst>
        <pc:spChg chg="mod">
          <ac:chgData name="Nitin Bandgar" userId="b276492f-c07a-42eb-a13c-e4843a317808" providerId="ADAL" clId="{E551124A-9AA9-476C-B7D6-F7561B166245}" dt="2026-08-03T13:09:44.396" v="8061" actId="1076"/>
          <ac:spMkLst>
            <pc:docMk/>
            <pc:sldMk cId="0" sldId="288"/>
            <ac:spMk id="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3:09:32.812" v="8059" actId="14100"/>
          <ac:spMkLst>
            <pc:docMk/>
            <pc:sldMk cId="0" sldId="288"/>
            <ac:spMk id="4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8-03T13:09:36.939" v="8060" actId="1076"/>
          <ac:spMkLst>
            <pc:docMk/>
            <pc:sldMk cId="0" sldId="288"/>
            <ac:spMk id="6" creationId="{6081D2A7-F26D-4834-01B6-56BCE06D5067}"/>
          </ac:spMkLst>
        </pc:spChg>
      </pc:sldChg>
      <pc:sldChg chg="modSp mod">
        <pc:chgData name="Nitin Bandgar" userId="b276492f-c07a-42eb-a13c-e4843a317808" providerId="ADAL" clId="{E551124A-9AA9-476C-B7D6-F7561B166245}" dt="2026-07-16T12:40:33.781" v="262" actId="20577"/>
        <pc:sldMkLst>
          <pc:docMk/>
          <pc:sldMk cId="4127378492" sldId="291"/>
        </pc:sldMkLst>
        <pc:spChg chg="mod">
          <ac:chgData name="Nitin Bandgar" userId="b276492f-c07a-42eb-a13c-e4843a317808" providerId="ADAL" clId="{E551124A-9AA9-476C-B7D6-F7561B166245}" dt="2026-07-16T12:40:33.781" v="262" actId="20577"/>
          <ac:spMkLst>
            <pc:docMk/>
            <pc:sldMk cId="4127378492" sldId="291"/>
            <ac:spMk id="13" creationId="{56A34865-6CFB-3C04-7624-69C8E09DCA02}"/>
          </ac:spMkLst>
        </pc:spChg>
      </pc:sldChg>
      <pc:sldChg chg="addSp modSp mod">
        <pc:chgData name="Nitin Bandgar" userId="b276492f-c07a-42eb-a13c-e4843a317808" providerId="ADAL" clId="{E551124A-9AA9-476C-B7D6-F7561B166245}" dt="2026-08-03T07:44:56.501" v="4829" actId="113"/>
        <pc:sldMkLst>
          <pc:docMk/>
          <pc:sldMk cId="0" sldId="305"/>
        </pc:sldMkLst>
        <pc:spChg chg="add">
          <ac:chgData name="Nitin Bandgar" userId="b276492f-c07a-42eb-a13c-e4843a317808" providerId="ADAL" clId="{E551124A-9AA9-476C-B7D6-F7561B166245}" dt="2026-08-03T07:30:19.916" v="4728" actId="22"/>
          <ac:spMkLst>
            <pc:docMk/>
            <pc:sldMk cId="0" sldId="305"/>
            <ac:spMk id="3" creationId="{7059ED2E-8214-8710-C125-4600B2159F2A}"/>
          </ac:spMkLst>
        </pc:spChg>
        <pc:spChg chg="add">
          <ac:chgData name="Nitin Bandgar" userId="b276492f-c07a-42eb-a13c-e4843a317808" providerId="ADAL" clId="{E551124A-9AA9-476C-B7D6-F7561B166245}" dt="2026-08-03T07:30:19.916" v="4728" actId="22"/>
          <ac:spMkLst>
            <pc:docMk/>
            <pc:sldMk cId="0" sldId="305"/>
            <ac:spMk id="5" creationId="{105F9B80-08EA-CAC6-4E4A-6F5B73D15B6A}"/>
          </ac:spMkLst>
        </pc:spChg>
        <pc:spChg chg="mod">
          <ac:chgData name="Nitin Bandgar" userId="b276492f-c07a-42eb-a13c-e4843a317808" providerId="ADAL" clId="{E551124A-9AA9-476C-B7D6-F7561B166245}" dt="2026-08-03T07:16:03.152" v="4477" actId="14100"/>
          <ac:spMkLst>
            <pc:docMk/>
            <pc:sldMk cId="0" sldId="305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46.488" v="4469" actId="1035"/>
          <ac:spMkLst>
            <pc:docMk/>
            <pc:sldMk cId="0" sldId="305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56.723" v="4476" actId="1035"/>
          <ac:spMkLst>
            <pc:docMk/>
            <pc:sldMk cId="0" sldId="305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6:15.697" v="4495" actId="12789"/>
          <ac:spMkLst>
            <pc:docMk/>
            <pc:sldMk cId="0" sldId="305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6:03.152" v="4477" actId="14100"/>
          <ac:spMkLst>
            <pc:docMk/>
            <pc:sldMk cId="0" sldId="305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46.488" v="4469" actId="1035"/>
          <ac:spMkLst>
            <pc:docMk/>
            <pc:sldMk cId="0" sldId="305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56.723" v="4476" actId="1035"/>
          <ac:spMkLst>
            <pc:docMk/>
            <pc:sldMk cId="0" sldId="305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6:15.697" v="4495" actId="12789"/>
          <ac:spMkLst>
            <pc:docMk/>
            <pc:sldMk cId="0" sldId="305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6:03.152" v="4477" actId="14100"/>
          <ac:spMkLst>
            <pc:docMk/>
            <pc:sldMk cId="0" sldId="305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46.488" v="4469" actId="1035"/>
          <ac:spMkLst>
            <pc:docMk/>
            <pc:sldMk cId="0" sldId="305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56.723" v="4476" actId="1035"/>
          <ac:spMkLst>
            <pc:docMk/>
            <pc:sldMk cId="0" sldId="305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6:15.697" v="4495" actId="12789"/>
          <ac:spMkLst>
            <pc:docMk/>
            <pc:sldMk cId="0" sldId="305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6:03.152" v="4477" actId="14100"/>
          <ac:spMkLst>
            <pc:docMk/>
            <pc:sldMk cId="0" sldId="305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46.488" v="4469" actId="1035"/>
          <ac:spMkLst>
            <pc:docMk/>
            <pc:sldMk cId="0" sldId="305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15:56.723" v="4476" actId="1035"/>
          <ac:spMkLst>
            <pc:docMk/>
            <pc:sldMk cId="0" sldId="305"/>
            <ac:spMk id="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27:46.969" v="4679" actId="20577"/>
          <ac:spMkLst>
            <pc:docMk/>
            <pc:sldMk cId="0" sldId="305"/>
            <ac:spMk id="2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29:44.062" v="4727" actId="14100"/>
          <ac:spMkLst>
            <pc:docMk/>
            <pc:sldMk cId="0" sldId="305"/>
            <ac:spMk id="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4:56.501" v="4829" actId="113"/>
          <ac:spMkLst>
            <pc:docMk/>
            <pc:sldMk cId="0" sldId="305"/>
            <ac:spMk id="25" creationId="{00000000-0000-0000-0000-000000000000}"/>
          </ac:spMkLst>
        </pc:spChg>
        <pc:picChg chg="mod">
          <ac:chgData name="Nitin Bandgar" userId="b276492f-c07a-42eb-a13c-e4843a317808" providerId="ADAL" clId="{E551124A-9AA9-476C-B7D6-F7561B166245}" dt="2026-08-03T07:20:22.218" v="4646" actId="1076"/>
          <ac:picMkLst>
            <pc:docMk/>
            <pc:sldMk cId="0" sldId="305"/>
            <ac:picMk id="24" creationId="{00000000-0000-0000-0000-000000000000}"/>
          </ac:picMkLst>
        </pc:picChg>
      </pc:sldChg>
      <pc:sldChg chg="addSp delSp modSp mod ord">
        <pc:chgData name="Nitin Bandgar" userId="b276492f-c07a-42eb-a13c-e4843a317808" providerId="ADAL" clId="{E551124A-9AA9-476C-B7D6-F7561B166245}" dt="2026-07-27T12:41:16.480" v="3541" actId="20577"/>
        <pc:sldMkLst>
          <pc:docMk/>
          <pc:sldMk cId="0" sldId="306"/>
        </pc:sldMkLst>
        <pc:spChg chg="add mod">
          <ac:chgData name="Nitin Bandgar" userId="b276492f-c07a-42eb-a13c-e4843a317808" providerId="ADAL" clId="{E551124A-9AA9-476C-B7D6-F7561B166245}" dt="2026-07-27T12:32:56.475" v="3393" actId="1076"/>
          <ac:spMkLst>
            <pc:docMk/>
            <pc:sldMk cId="0" sldId="306"/>
            <ac:spMk id="4" creationId="{606EB9AF-FBFE-AF9E-7629-5AEEB1526A4A}"/>
          </ac:spMkLst>
        </pc:spChg>
        <pc:spChg chg="add mod">
          <ac:chgData name="Nitin Bandgar" userId="b276492f-c07a-42eb-a13c-e4843a317808" providerId="ADAL" clId="{E551124A-9AA9-476C-B7D6-F7561B166245}" dt="2026-07-27T12:32:56.475" v="3393" actId="1076"/>
          <ac:spMkLst>
            <pc:docMk/>
            <pc:sldMk cId="0" sldId="306"/>
            <ac:spMk id="6" creationId="{68C717FE-32F9-93E2-E452-6B889912AC5B}"/>
          </ac:spMkLst>
        </pc:spChg>
        <pc:spChg chg="mod">
          <ac:chgData name="Nitin Bandgar" userId="b276492f-c07a-42eb-a13c-e4843a317808" providerId="ADAL" clId="{E551124A-9AA9-476C-B7D6-F7561B166245}" dt="2026-07-27T12:39:12.495" v="3503"/>
          <ac:spMkLst>
            <pc:docMk/>
            <pc:sldMk cId="0" sldId="306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13.954" v="3520" actId="1076"/>
          <ac:spMkLst>
            <pc:docMk/>
            <pc:sldMk cId="0" sldId="306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13.954" v="3520" actId="1076"/>
          <ac:spMkLst>
            <pc:docMk/>
            <pc:sldMk cId="0" sldId="306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1:00.316" v="3537" actId="207"/>
          <ac:spMkLst>
            <pc:docMk/>
            <pc:sldMk cId="0" sldId="306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5:35.359" v="2500" actId="1036"/>
          <ac:spMkLst>
            <pc:docMk/>
            <pc:sldMk cId="0" sldId="306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13.954" v="3520" actId="1076"/>
          <ac:spMkLst>
            <pc:docMk/>
            <pc:sldMk cId="0" sldId="306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00.116" v="3512" actId="403"/>
          <ac:spMkLst>
            <pc:docMk/>
            <pc:sldMk cId="0" sldId="306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58.719" v="3536" actId="207"/>
          <ac:spMkLst>
            <pc:docMk/>
            <pc:sldMk cId="0" sldId="306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5:39.065" v="2508" actId="1036"/>
          <ac:spMkLst>
            <pc:docMk/>
            <pc:sldMk cId="0" sldId="306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13.954" v="3520" actId="1076"/>
          <ac:spMkLst>
            <pc:docMk/>
            <pc:sldMk cId="0" sldId="306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13.954" v="3520" actId="1076"/>
          <ac:spMkLst>
            <pc:docMk/>
            <pc:sldMk cId="0" sldId="306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56.700" v="3535" actId="207"/>
          <ac:spMkLst>
            <pc:docMk/>
            <pc:sldMk cId="0" sldId="306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13.954" v="3520" actId="1076"/>
          <ac:spMkLst>
            <pc:docMk/>
            <pc:sldMk cId="0" sldId="306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25.036" v="3530" actId="1036"/>
          <ac:spMkLst>
            <pc:docMk/>
            <pc:sldMk cId="0" sldId="306"/>
            <ac:spMk id="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0:13.954" v="3520" actId="1076"/>
          <ac:spMkLst>
            <pc:docMk/>
            <pc:sldMk cId="0" sldId="306"/>
            <ac:spMk id="2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1:16.480" v="3541" actId="20577"/>
          <ac:spMkLst>
            <pc:docMk/>
            <pc:sldMk cId="0" sldId="306"/>
            <ac:spMk id="23" creationId="{00000000-0000-0000-0000-000000000000}"/>
          </ac:spMkLst>
        </pc:spChg>
        <pc:cxnChg chg="mod">
          <ac:chgData name="Nitin Bandgar" userId="b276492f-c07a-42eb-a13c-e4843a317808" providerId="ADAL" clId="{E551124A-9AA9-476C-B7D6-F7561B166245}" dt="2026-07-27T12:40:25.036" v="3530" actId="1036"/>
          <ac:cxnSpMkLst>
            <pc:docMk/>
            <pc:sldMk cId="0" sldId="306"/>
            <ac:cxnSpMk id="31" creationId="{08E645CA-DED5-6300-B0F2-8CC00CAD70A4}"/>
          </ac:cxnSpMkLst>
        </pc:cxnChg>
      </pc:sldChg>
      <pc:sldChg chg="addSp delSp modSp mod ord">
        <pc:chgData name="Nitin Bandgar" userId="b276492f-c07a-42eb-a13c-e4843a317808" providerId="ADAL" clId="{E551124A-9AA9-476C-B7D6-F7561B166245}" dt="2026-07-27T12:38:08.557" v="3501" actId="478"/>
        <pc:sldMkLst>
          <pc:docMk/>
          <pc:sldMk cId="0" sldId="307"/>
        </pc:sldMkLst>
        <pc:spChg chg="add mod">
          <ac:chgData name="Nitin Bandgar" userId="b276492f-c07a-42eb-a13c-e4843a317808" providerId="ADAL" clId="{E551124A-9AA9-476C-B7D6-F7561B166245}" dt="2026-07-27T12:08:18.640" v="3033" actId="14100"/>
          <ac:spMkLst>
            <pc:docMk/>
            <pc:sldMk cId="0" sldId="307"/>
            <ac:spMk id="4" creationId="{FB554336-AF84-676B-0CAF-39A63BF08806}"/>
          </ac:spMkLst>
        </pc:spChg>
        <pc:spChg chg="add mod">
          <ac:chgData name="Nitin Bandgar" userId="b276492f-c07a-42eb-a13c-e4843a317808" providerId="ADAL" clId="{E551124A-9AA9-476C-B7D6-F7561B166245}" dt="2026-07-27T12:08:22.933" v="3034" actId="1076"/>
          <ac:spMkLst>
            <pc:docMk/>
            <pc:sldMk cId="0" sldId="307"/>
            <ac:spMk id="6" creationId="{F945DAC6-683F-56EF-6142-F7673B51396C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08:27.728" v="3036" actId="1076"/>
          <ac:spMkLst>
            <pc:docMk/>
            <pc:sldMk cId="0" sldId="307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02.391" v="2373" actId="207"/>
          <ac:spMkLst>
            <pc:docMk/>
            <pc:sldMk cId="0" sldId="307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02.391" v="2373" actId="207"/>
          <ac:spMkLst>
            <pc:docMk/>
            <pc:sldMk cId="0" sldId="307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02.391" v="2373" actId="207"/>
          <ac:spMkLst>
            <pc:docMk/>
            <pc:sldMk cId="0" sldId="307"/>
            <ac:spMk id="2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21.759" v="2402" actId="1035"/>
          <ac:spMkLst>
            <pc:docMk/>
            <pc:sldMk cId="0" sldId="307"/>
            <ac:spMk id="2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1:23:02.391" v="2373" actId="207"/>
          <ac:spMkLst>
            <pc:docMk/>
            <pc:sldMk cId="0" sldId="307"/>
            <ac:spMk id="26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7-27T12:08:36.800" v="3038" actId="1076"/>
          <ac:spMkLst>
            <pc:docMk/>
            <pc:sldMk cId="0" sldId="307"/>
            <ac:spMk id="28" creationId="{A2E543AE-503B-0FF0-9609-05CAACC330BC}"/>
          </ac:spMkLst>
        </pc:spChg>
        <pc:spChg chg="add mod">
          <ac:chgData name="Nitin Bandgar" userId="b276492f-c07a-42eb-a13c-e4843a317808" providerId="ADAL" clId="{E551124A-9AA9-476C-B7D6-F7561B166245}" dt="2026-07-27T12:08:40.208" v="3040" actId="20577"/>
          <ac:spMkLst>
            <pc:docMk/>
            <pc:sldMk cId="0" sldId="307"/>
            <ac:spMk id="31" creationId="{6579FC85-0F5E-95DA-24CC-11502ACD1FFE}"/>
          </ac:spMkLst>
        </pc:spChg>
        <pc:spChg chg="add mod">
          <ac:chgData name="Nitin Bandgar" userId="b276492f-c07a-42eb-a13c-e4843a317808" providerId="ADAL" clId="{E551124A-9AA9-476C-B7D6-F7561B166245}" dt="2026-07-27T12:08:50.122" v="3042" actId="1076"/>
          <ac:spMkLst>
            <pc:docMk/>
            <pc:sldMk cId="0" sldId="307"/>
            <ac:spMk id="34" creationId="{D08C05ED-CFD7-69EC-76B2-2B8687404715}"/>
          </ac:spMkLst>
        </pc:spChg>
        <pc:spChg chg="add mod">
          <ac:chgData name="Nitin Bandgar" userId="b276492f-c07a-42eb-a13c-e4843a317808" providerId="ADAL" clId="{E551124A-9AA9-476C-B7D6-F7561B166245}" dt="2026-07-27T12:08:52.473" v="3043" actId="20577"/>
          <ac:spMkLst>
            <pc:docMk/>
            <pc:sldMk cId="0" sldId="307"/>
            <ac:spMk id="36" creationId="{F68199CC-3392-E13D-ACC8-0F63935D0F4D}"/>
          </ac:spMkLst>
        </pc:spChg>
        <pc:spChg chg="mod">
          <ac:chgData name="Nitin Bandgar" userId="b276492f-c07a-42eb-a13c-e4843a317808" providerId="ADAL" clId="{E551124A-9AA9-476C-B7D6-F7561B166245}" dt="2026-07-27T12:37:24.090" v="3485" actId="14100"/>
          <ac:spMkLst>
            <pc:docMk/>
            <pc:sldMk cId="0" sldId="307"/>
            <ac:spMk id="18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7:27.722" v="3495" actId="1036"/>
          <ac:spMkLst>
            <pc:docMk/>
            <pc:sldMk cId="0" sldId="307"/>
            <ac:spMk id="18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7:38.450" v="3499" actId="403"/>
          <ac:spMkLst>
            <pc:docMk/>
            <pc:sldMk cId="0" sldId="307"/>
            <ac:spMk id="19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7:35.320" v="3497" actId="403"/>
          <ac:spMkLst>
            <pc:docMk/>
            <pc:sldMk cId="0" sldId="307"/>
            <ac:spMk id="193" creationId="{00000000-0000-0000-0000-000000000000}"/>
          </ac:spMkLst>
        </pc:spChg>
      </pc:sldChg>
      <pc:sldChg chg="addSp delSp modSp mod">
        <pc:chgData name="Nitin Bandgar" userId="b276492f-c07a-42eb-a13c-e4843a317808" providerId="ADAL" clId="{E551124A-9AA9-476C-B7D6-F7561B166245}" dt="2026-07-27T12:35:29.447" v="3470" actId="14100"/>
        <pc:sldMkLst>
          <pc:docMk/>
          <pc:sldMk cId="0" sldId="308"/>
        </pc:sldMkLst>
        <pc:spChg chg="add mod">
          <ac:chgData name="Nitin Bandgar" userId="b276492f-c07a-42eb-a13c-e4843a317808" providerId="ADAL" clId="{E551124A-9AA9-476C-B7D6-F7561B166245}" dt="2026-07-27T12:15:38.689" v="3173" actId="1076"/>
          <ac:spMkLst>
            <pc:docMk/>
            <pc:sldMk cId="0" sldId="308"/>
            <ac:spMk id="4" creationId="{F02E26F3-C871-D21E-3EBA-57ED3DA43A62}"/>
          </ac:spMkLst>
        </pc:spChg>
        <pc:spChg chg="mod">
          <ac:chgData name="Nitin Bandgar" userId="b276492f-c07a-42eb-a13c-e4843a317808" providerId="ADAL" clId="{E551124A-9AA9-476C-B7D6-F7561B166245}" dt="2026-07-27T12:16:38.129" v="3192" actId="1076"/>
          <ac:spMkLst>
            <pc:docMk/>
            <pc:sldMk cId="0" sldId="308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26:39.020" v="3257" actId="20577"/>
          <ac:spMkLst>
            <pc:docMk/>
            <pc:sldMk cId="0" sldId="308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16:48.493" v="3223" actId="20577"/>
          <ac:spMkLst>
            <pc:docMk/>
            <pc:sldMk cId="0" sldId="308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0:08.284" v="3271" actId="14100"/>
          <ac:spMkLst>
            <pc:docMk/>
            <pc:sldMk cId="0" sldId="308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0:27.864" v="3296" actId="20577"/>
          <ac:spMkLst>
            <pc:docMk/>
            <pc:sldMk cId="0" sldId="308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1:02.757" v="3337" actId="1037"/>
          <ac:spMkLst>
            <pc:docMk/>
            <pc:sldMk cId="0" sldId="308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1:08.662" v="3349" actId="1038"/>
          <ac:spMkLst>
            <pc:docMk/>
            <pc:sldMk cId="0" sldId="308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1:57.346" v="3389" actId="1076"/>
          <ac:spMkLst>
            <pc:docMk/>
            <pc:sldMk cId="0" sldId="308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1:38.249" v="3369" actId="1037"/>
          <ac:spMkLst>
            <pc:docMk/>
            <pc:sldMk cId="0" sldId="308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35:29.447" v="3470" actId="14100"/>
          <ac:spMkLst>
            <pc:docMk/>
            <pc:sldMk cId="0" sldId="308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16:15.882" v="3187" actId="20577"/>
          <ac:spMkLst>
            <pc:docMk/>
            <pc:sldMk cId="0" sldId="308"/>
            <ac:spMk id="26" creationId="{49B2D8FD-9F57-12E7-374F-3556413E4E84}"/>
          </ac:spMkLst>
        </pc:spChg>
      </pc:sldChg>
      <pc:sldChg chg="addSp delSp mod">
        <pc:chgData name="Nitin Bandgar" userId="b276492f-c07a-42eb-a13c-e4843a317808" providerId="ADAL" clId="{E551124A-9AA9-476C-B7D6-F7561B166245}" dt="2026-07-17T06:39:03.516" v="406" actId="22"/>
        <pc:sldMkLst>
          <pc:docMk/>
          <pc:sldMk cId="0" sldId="309"/>
        </pc:sldMkLst>
        <pc:spChg chg="add">
          <ac:chgData name="Nitin Bandgar" userId="b276492f-c07a-42eb-a13c-e4843a317808" providerId="ADAL" clId="{E551124A-9AA9-476C-B7D6-F7561B166245}" dt="2026-07-17T06:39:03.516" v="406" actId="22"/>
          <ac:spMkLst>
            <pc:docMk/>
            <pc:sldMk cId="0" sldId="309"/>
            <ac:spMk id="10" creationId="{793356F9-8840-A094-FF68-B8F87D909A5F}"/>
          </ac:spMkLst>
        </pc:spChg>
      </pc:sldChg>
      <pc:sldChg chg="addSp delSp modSp add mod setBg">
        <pc:chgData name="Nitin Bandgar" userId="b276492f-c07a-42eb-a13c-e4843a317808" providerId="ADAL" clId="{E551124A-9AA9-476C-B7D6-F7561B166245}" dt="2026-07-17T06:39:16.428" v="408" actId="22"/>
        <pc:sldMkLst>
          <pc:docMk/>
          <pc:sldMk cId="590117372" sldId="310"/>
        </pc:sldMkLst>
        <pc:spChg chg="mod">
          <ac:chgData name="Nitin Bandgar" userId="b276492f-c07a-42eb-a13c-e4843a317808" providerId="ADAL" clId="{E551124A-9AA9-476C-B7D6-F7561B166245}" dt="2026-07-16T12:39:35.032" v="257" actId="20577"/>
          <ac:spMkLst>
            <pc:docMk/>
            <pc:sldMk cId="590117372" sldId="310"/>
            <ac:spMk id="4" creationId="{00000000-0000-0000-0000-000000000000}"/>
          </ac:spMkLst>
        </pc:spChg>
        <pc:spChg chg="add">
          <ac:chgData name="Nitin Bandgar" userId="b276492f-c07a-42eb-a13c-e4843a317808" providerId="ADAL" clId="{E551124A-9AA9-476C-B7D6-F7561B166245}" dt="2026-07-17T06:39:16.428" v="408" actId="22"/>
          <ac:spMkLst>
            <pc:docMk/>
            <pc:sldMk cId="590117372" sldId="310"/>
            <ac:spMk id="10" creationId="{72AD6F49-0CB5-B512-EDC3-050107186E57}"/>
          </ac:spMkLst>
        </pc:spChg>
      </pc:sldChg>
      <pc:sldChg chg="modSp mod">
        <pc:chgData name="Nitin Bandgar" userId="b276492f-c07a-42eb-a13c-e4843a317808" providerId="ADAL" clId="{E551124A-9AA9-476C-B7D6-F7561B166245}" dt="2026-07-17T06:12:42.408" v="277" actId="20577"/>
        <pc:sldMkLst>
          <pc:docMk/>
          <pc:sldMk cId="0" sldId="311"/>
        </pc:sldMkLst>
        <pc:spChg chg="mod">
          <ac:chgData name="Nitin Bandgar" userId="b276492f-c07a-42eb-a13c-e4843a317808" providerId="ADAL" clId="{E551124A-9AA9-476C-B7D6-F7561B166245}" dt="2026-07-16T12:39:41.749" v="261" actId="20577"/>
          <ac:spMkLst>
            <pc:docMk/>
            <pc:sldMk cId="0" sldId="311"/>
            <ac:spMk id="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7T06:12:42.408" v="277" actId="20577"/>
          <ac:spMkLst>
            <pc:docMk/>
            <pc:sldMk cId="0" sldId="311"/>
            <ac:spMk id="8" creationId="{00000000-0000-0000-0000-000000000000}"/>
          </ac:spMkLst>
        </pc:spChg>
      </pc:sldChg>
      <pc:sldChg chg="addSp delSp mod">
        <pc:chgData name="Nitin Bandgar" userId="b276492f-c07a-42eb-a13c-e4843a317808" providerId="ADAL" clId="{E551124A-9AA9-476C-B7D6-F7561B166245}" dt="2026-07-17T06:39:23.527" v="410" actId="22"/>
        <pc:sldMkLst>
          <pc:docMk/>
          <pc:sldMk cId="0" sldId="312"/>
        </pc:sldMkLst>
        <pc:spChg chg="add">
          <ac:chgData name="Nitin Bandgar" userId="b276492f-c07a-42eb-a13c-e4843a317808" providerId="ADAL" clId="{E551124A-9AA9-476C-B7D6-F7561B166245}" dt="2026-07-17T06:39:23.527" v="410" actId="22"/>
          <ac:spMkLst>
            <pc:docMk/>
            <pc:sldMk cId="0" sldId="312"/>
            <ac:spMk id="10" creationId="{FF0C15D4-E590-C801-D49F-58A2A1C3DE5A}"/>
          </ac:spMkLst>
        </pc:spChg>
      </pc:sldChg>
      <pc:sldChg chg="addSp delSp mod">
        <pc:chgData name="Nitin Bandgar" userId="b276492f-c07a-42eb-a13c-e4843a317808" providerId="ADAL" clId="{E551124A-9AA9-476C-B7D6-F7561B166245}" dt="2026-07-17T06:39:33.462" v="412" actId="22"/>
        <pc:sldMkLst>
          <pc:docMk/>
          <pc:sldMk cId="0" sldId="313"/>
        </pc:sldMkLst>
        <pc:spChg chg="add">
          <ac:chgData name="Nitin Bandgar" userId="b276492f-c07a-42eb-a13c-e4843a317808" providerId="ADAL" clId="{E551124A-9AA9-476C-B7D6-F7561B166245}" dt="2026-07-17T06:39:33.462" v="412" actId="22"/>
          <ac:spMkLst>
            <pc:docMk/>
            <pc:sldMk cId="0" sldId="313"/>
            <ac:spMk id="10" creationId="{E1A41911-AE81-9F65-63C2-6ADF7C1409A4}"/>
          </ac:spMkLst>
        </pc:spChg>
      </pc:sldChg>
      <pc:sldChg chg="addSp delSp mod">
        <pc:chgData name="Nitin Bandgar" userId="b276492f-c07a-42eb-a13c-e4843a317808" providerId="ADAL" clId="{E551124A-9AA9-476C-B7D6-F7561B166245}" dt="2026-07-17T06:39:44.569" v="414" actId="22"/>
        <pc:sldMkLst>
          <pc:docMk/>
          <pc:sldMk cId="0" sldId="314"/>
        </pc:sldMkLst>
        <pc:spChg chg="add">
          <ac:chgData name="Nitin Bandgar" userId="b276492f-c07a-42eb-a13c-e4843a317808" providerId="ADAL" clId="{E551124A-9AA9-476C-B7D6-F7561B166245}" dt="2026-07-17T06:39:44.569" v="414" actId="22"/>
          <ac:spMkLst>
            <pc:docMk/>
            <pc:sldMk cId="0" sldId="314"/>
            <ac:spMk id="10" creationId="{89B10928-32FE-EFF8-1C13-4ED25A501848}"/>
          </ac:spMkLst>
        </pc:spChg>
      </pc:sldChg>
      <pc:sldChg chg="addSp delSp mod">
        <pc:chgData name="Nitin Bandgar" userId="b276492f-c07a-42eb-a13c-e4843a317808" providerId="ADAL" clId="{E551124A-9AA9-476C-B7D6-F7561B166245}" dt="2026-07-17T06:39:53.692" v="416" actId="22"/>
        <pc:sldMkLst>
          <pc:docMk/>
          <pc:sldMk cId="0" sldId="315"/>
        </pc:sldMkLst>
        <pc:spChg chg="add">
          <ac:chgData name="Nitin Bandgar" userId="b276492f-c07a-42eb-a13c-e4843a317808" providerId="ADAL" clId="{E551124A-9AA9-476C-B7D6-F7561B166245}" dt="2026-07-17T06:39:53.692" v="416" actId="22"/>
          <ac:spMkLst>
            <pc:docMk/>
            <pc:sldMk cId="0" sldId="315"/>
            <ac:spMk id="10" creationId="{043CA1CB-B719-E7E8-35F7-14B183B3B5E4}"/>
          </ac:spMkLst>
        </pc:spChg>
      </pc:sldChg>
      <pc:sldChg chg="addSp delSp modSp mod">
        <pc:chgData name="Nitin Bandgar" userId="b276492f-c07a-42eb-a13c-e4843a317808" providerId="ADAL" clId="{E551124A-9AA9-476C-B7D6-F7561B166245}" dt="2026-08-03T11:22:30.798" v="6119" actId="313"/>
        <pc:sldMkLst>
          <pc:docMk/>
          <pc:sldMk cId="0" sldId="316"/>
        </pc:sldMkLst>
        <pc:spChg chg="add 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3" creationId="{FB59B1DD-B9D6-D5CB-AA6E-9B638CE4125B}"/>
          </ac:spMkLst>
        </pc:spChg>
        <pc:spChg chg="add mod">
          <ac:chgData name="Nitin Bandgar" userId="b276492f-c07a-42eb-a13c-e4843a317808" providerId="ADAL" clId="{E551124A-9AA9-476C-B7D6-F7561B166245}" dt="2026-08-03T11:18:18.448" v="6062" actId="14100"/>
          <ac:spMkLst>
            <pc:docMk/>
            <pc:sldMk cId="0" sldId="316"/>
            <ac:spMk id="5" creationId="{B06F6590-CE85-B6F9-77F5-07BFB7D9F864}"/>
          </ac:spMkLst>
        </pc:spChg>
        <pc:spChg chg="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22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8-03T11:19:57.175" v="6101" actId="20577"/>
          <ac:spMkLst>
            <pc:docMk/>
            <pc:sldMk cId="0" sldId="316"/>
            <ac:spMk id="23" creationId="{A705E127-2243-3572-43A3-A37515295C8C}"/>
          </ac:spMkLst>
        </pc:spChg>
        <pc:spChg chg="add 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25" creationId="{91245E70-B0BD-F877-270C-F8EE0A8F3BCC}"/>
          </ac:spMkLst>
        </pc:spChg>
        <pc:spChg chg="mod">
          <ac:chgData name="Nitin Bandgar" userId="b276492f-c07a-42eb-a13c-e4843a317808" providerId="ADAL" clId="{E551124A-9AA9-476C-B7D6-F7561B166245}" dt="2026-08-03T11:22:26.504" v="6118" actId="313"/>
          <ac:spMkLst>
            <pc:docMk/>
            <pc:sldMk cId="0" sldId="316"/>
            <ac:spMk id="26" creationId="{AC809C94-1018-E2BB-90E0-6026FE2A6BDE}"/>
          </ac:spMkLst>
        </pc:spChg>
        <pc:spChg chg="add mod">
          <ac:chgData name="Nitin Bandgar" userId="b276492f-c07a-42eb-a13c-e4843a317808" providerId="ADAL" clId="{E551124A-9AA9-476C-B7D6-F7561B166245}" dt="2026-08-03T11:19:14.842" v="6085" actId="14100"/>
          <ac:spMkLst>
            <pc:docMk/>
            <pc:sldMk cId="0" sldId="316"/>
            <ac:spMk id="31" creationId="{02CCBE38-67F3-90DD-0D27-8BF22E545D58}"/>
          </ac:spMkLst>
        </pc:spChg>
        <pc:spChg chg="add mod">
          <ac:chgData name="Nitin Bandgar" userId="b276492f-c07a-42eb-a13c-e4843a317808" providerId="ADAL" clId="{E551124A-9AA9-476C-B7D6-F7561B166245}" dt="2026-08-03T11:20:10.476" v="6116" actId="1035"/>
          <ac:spMkLst>
            <pc:docMk/>
            <pc:sldMk cId="0" sldId="316"/>
            <ac:spMk id="33" creationId="{7D7B0651-0BD7-C400-B330-63F869812230}"/>
          </ac:spMkLst>
        </pc:spChg>
        <pc:spChg chg="add mod">
          <ac:chgData name="Nitin Bandgar" userId="b276492f-c07a-42eb-a13c-e4843a317808" providerId="ADAL" clId="{E551124A-9AA9-476C-B7D6-F7561B166245}" dt="2026-08-03T11:19:06.471" v="6084" actId="1035"/>
          <ac:spMkLst>
            <pc:docMk/>
            <pc:sldMk cId="0" sldId="316"/>
            <ac:spMk id="35" creationId="{3363D013-CD7F-5451-0BD0-76404E5E1F40}"/>
          </ac:spMkLst>
        </pc:spChg>
        <pc:spChg chg="add mod">
          <ac:chgData name="Nitin Bandgar" userId="b276492f-c07a-42eb-a13c-e4843a317808" providerId="ADAL" clId="{E551124A-9AA9-476C-B7D6-F7561B166245}" dt="2026-08-03T11:22:30.798" v="6119" actId="313"/>
          <ac:spMkLst>
            <pc:docMk/>
            <pc:sldMk cId="0" sldId="316"/>
            <ac:spMk id="37" creationId="{36C8856A-4F49-8B6F-7A4D-B021886DCA80}"/>
          </ac:spMkLst>
        </pc:spChg>
      </pc:sldChg>
      <pc:sldChg chg="addSp delSp modSp mod ord">
        <pc:chgData name="Nitin Bandgar" userId="b276492f-c07a-42eb-a13c-e4843a317808" providerId="ADAL" clId="{E551124A-9AA9-476C-B7D6-F7561B166245}" dt="2026-07-27T13:14:00.061" v="3969" actId="20577"/>
        <pc:sldMkLst>
          <pc:docMk/>
          <pc:sldMk cId="0" sldId="317"/>
        </pc:sldMkLst>
        <pc:spChg chg="add">
          <ac:chgData name="Nitin Bandgar" userId="b276492f-c07a-42eb-a13c-e4843a317808" providerId="ADAL" clId="{E551124A-9AA9-476C-B7D6-F7561B166245}" dt="2026-07-27T12:33:12.163" v="3396" actId="22"/>
          <ac:spMkLst>
            <pc:docMk/>
            <pc:sldMk cId="0" sldId="317"/>
            <ac:spMk id="3" creationId="{0D60FBD7-6D4B-B223-F24A-3F65B99A6A39}"/>
          </ac:spMkLst>
        </pc:spChg>
        <pc:spChg chg="add mod">
          <ac:chgData name="Nitin Bandgar" userId="b276492f-c07a-42eb-a13c-e4843a317808" providerId="ADAL" clId="{E551124A-9AA9-476C-B7D6-F7561B166245}" dt="2026-07-27T12:33:20.053" v="3399" actId="20577"/>
          <ac:spMkLst>
            <pc:docMk/>
            <pc:sldMk cId="0" sldId="317"/>
            <ac:spMk id="5" creationId="{1CF4E70D-C935-6EF3-462A-E51416487D13}"/>
          </ac:spMkLst>
        </pc:spChg>
        <pc:spChg chg="mod">
          <ac:chgData name="Nitin Bandgar" userId="b276492f-c07a-42eb-a13c-e4843a317808" providerId="ADAL" clId="{E551124A-9AA9-476C-B7D6-F7561B166245}" dt="2026-07-27T13:10:06.689" v="3920" actId="20577"/>
          <ac:spMkLst>
            <pc:docMk/>
            <pc:sldMk cId="0" sldId="317"/>
            <ac:spMk id="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51:28.110" v="3741" actId="20577"/>
          <ac:spMkLst>
            <pc:docMk/>
            <pc:sldMk cId="0" sldId="317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50:30.168" v="3719" actId="1076"/>
          <ac:spMkLst>
            <pc:docMk/>
            <pc:sldMk cId="0" sldId="317"/>
            <ac:spMk id="8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7-27T13:08:47.379" v="3910" actId="1076"/>
          <ac:spMkLst>
            <pc:docMk/>
            <pc:sldMk cId="0" sldId="317"/>
            <ac:spMk id="12" creationId="{2D75C883-DD47-F21C-A083-95494230E746}"/>
          </ac:spMkLst>
        </pc:spChg>
        <pc:spChg chg="mod">
          <ac:chgData name="Nitin Bandgar" userId="b276492f-c07a-42eb-a13c-e4843a317808" providerId="ADAL" clId="{E551124A-9AA9-476C-B7D6-F7561B166245}" dt="2026-07-27T13:14:00.061" v="3969" actId="20577"/>
          <ac:spMkLst>
            <pc:docMk/>
            <pc:sldMk cId="0" sldId="317"/>
            <ac:spMk id="24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3:08:32.716" v="3905" actId="20577"/>
          <ac:spMkLst>
            <pc:docMk/>
            <pc:sldMk cId="0" sldId="317"/>
            <ac:spMk id="243" creationId="{00000000-0000-0000-0000-000000000000}"/>
          </ac:spMkLst>
        </pc:spChg>
      </pc:sldChg>
      <pc:sldChg chg="addSp delSp modSp mod">
        <pc:chgData name="Nitin Bandgar" userId="b276492f-c07a-42eb-a13c-e4843a317808" providerId="ADAL" clId="{E551124A-9AA9-476C-B7D6-F7561B166245}" dt="2026-08-03T10:46:36.665" v="5769" actId="20577"/>
        <pc:sldMkLst>
          <pc:docMk/>
          <pc:sldMk cId="0" sldId="318"/>
        </pc:sldMkLst>
        <pc:spChg chg="mod">
          <ac:chgData name="Nitin Bandgar" userId="b276492f-c07a-42eb-a13c-e4843a317808" providerId="ADAL" clId="{E551124A-9AA9-476C-B7D6-F7561B166245}" dt="2026-08-03T10:46:36.665" v="5769" actId="20577"/>
          <ac:spMkLst>
            <pc:docMk/>
            <pc:sldMk cId="0" sldId="318"/>
            <ac:spMk id="3" creationId="{5E9E18D6-8EC1-93E9-CB8C-A81655652D38}"/>
          </ac:spMkLst>
        </pc:spChg>
        <pc:spChg chg="add mod">
          <ac:chgData name="Nitin Bandgar" userId="b276492f-c07a-42eb-a13c-e4843a317808" providerId="ADAL" clId="{E551124A-9AA9-476C-B7D6-F7561B166245}" dt="2026-08-03T10:34:18.757" v="5353" actId="1076"/>
          <ac:spMkLst>
            <pc:docMk/>
            <pc:sldMk cId="0" sldId="318"/>
            <ac:spMk id="8" creationId="{FA0872FA-FFC2-7A3F-9A51-AF0635C5A3C3}"/>
          </ac:spMkLst>
        </pc:spChg>
        <pc:spChg chg="add mod">
          <ac:chgData name="Nitin Bandgar" userId="b276492f-c07a-42eb-a13c-e4843a317808" providerId="ADAL" clId="{E551124A-9AA9-476C-B7D6-F7561B166245}" dt="2026-08-03T10:34:18.757" v="5353" actId="1076"/>
          <ac:spMkLst>
            <pc:docMk/>
            <pc:sldMk cId="0" sldId="318"/>
            <ac:spMk id="10" creationId="{757D0A36-10C0-0C0C-45C0-02C0761CD6AE}"/>
          </ac:spMkLst>
        </pc:spChg>
        <pc:spChg chg="add mod">
          <ac:chgData name="Nitin Bandgar" userId="b276492f-c07a-42eb-a13c-e4843a317808" providerId="ADAL" clId="{E551124A-9AA9-476C-B7D6-F7561B166245}" dt="2026-08-03T10:34:18.757" v="5353" actId="1076"/>
          <ac:spMkLst>
            <pc:docMk/>
            <pc:sldMk cId="0" sldId="318"/>
            <ac:spMk id="12" creationId="{BAB274B6-5B18-B6A8-E41E-95AF7B2A8886}"/>
          </ac:spMkLst>
        </pc:spChg>
        <pc:spChg chg="add mod">
          <ac:chgData name="Nitin Bandgar" userId="b276492f-c07a-42eb-a13c-e4843a317808" providerId="ADAL" clId="{E551124A-9AA9-476C-B7D6-F7561B166245}" dt="2026-08-03T10:34:18.757" v="5353" actId="1076"/>
          <ac:spMkLst>
            <pc:docMk/>
            <pc:sldMk cId="0" sldId="318"/>
            <ac:spMk id="14" creationId="{7CE4D5D0-D369-D82A-A4D4-E19C54261CE2}"/>
          </ac:spMkLst>
        </pc:spChg>
        <pc:spChg chg="add mod">
          <ac:chgData name="Nitin Bandgar" userId="b276492f-c07a-42eb-a13c-e4843a317808" providerId="ADAL" clId="{E551124A-9AA9-476C-B7D6-F7561B166245}" dt="2026-08-03T10:38:51.344" v="5600" actId="1076"/>
          <ac:spMkLst>
            <pc:docMk/>
            <pc:sldMk cId="0" sldId="318"/>
            <ac:spMk id="16" creationId="{15D7F8D9-288E-BD41-91F9-6983EF12CF79}"/>
          </ac:spMkLst>
        </pc:spChg>
        <pc:spChg chg="mod">
          <ac:chgData name="Nitin Bandgar" userId="b276492f-c07a-42eb-a13c-e4843a317808" providerId="ADAL" clId="{E551124A-9AA9-476C-B7D6-F7561B166245}" dt="2026-08-03T10:37:53.161" v="5563" actId="1036"/>
          <ac:spMkLst>
            <pc:docMk/>
            <pc:sldMk cId="0" sldId="318"/>
            <ac:spMk id="3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0:44:39.535" v="5711" actId="1037"/>
          <ac:spMkLst>
            <pc:docMk/>
            <pc:sldMk cId="0" sldId="318"/>
            <ac:spMk id="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0:44:39.535" v="5711" actId="1037"/>
          <ac:spMkLst>
            <pc:docMk/>
            <pc:sldMk cId="0" sldId="318"/>
            <ac:spMk id="34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37:46.338" v="5550" actId="1036"/>
          <ac:spMkLst>
            <pc:docMk/>
            <pc:sldMk cId="0" sldId="318"/>
            <ac:spMk id="35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44:39.535" v="5711" actId="1037"/>
          <ac:spMkLst>
            <pc:docMk/>
            <pc:sldMk cId="0" sldId="318"/>
            <ac:spMk id="36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44:39.535" v="5711" actId="1037"/>
          <ac:spMkLst>
            <pc:docMk/>
            <pc:sldMk cId="0" sldId="318"/>
            <ac:spMk id="37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37:49.640" v="5556" actId="1036"/>
          <ac:spMkLst>
            <pc:docMk/>
            <pc:sldMk cId="0" sldId="318"/>
            <ac:spMk id="38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44:39.535" v="5711" actId="1037"/>
          <ac:spMkLst>
            <pc:docMk/>
            <pc:sldMk cId="0" sldId="318"/>
            <ac:spMk id="39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44:39.535" v="5711" actId="1037"/>
          <ac:spMkLst>
            <pc:docMk/>
            <pc:sldMk cId="0" sldId="318"/>
            <ac:spMk id="40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37:39.228" v="5536" actId="1036"/>
          <ac:spMkLst>
            <pc:docMk/>
            <pc:sldMk cId="0" sldId="318"/>
            <ac:spMk id="41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44:39.535" v="5711" actId="1037"/>
          <ac:spMkLst>
            <pc:docMk/>
            <pc:sldMk cId="0" sldId="318"/>
            <ac:spMk id="42" creationId="{00000000-0000-0000-0000-000000000000}"/>
          </ac:spMkLst>
        </pc:spChg>
        <pc:spChg chg="mod topLvl">
          <ac:chgData name="Nitin Bandgar" userId="b276492f-c07a-42eb-a13c-e4843a317808" providerId="ADAL" clId="{E551124A-9AA9-476C-B7D6-F7561B166245}" dt="2026-08-03T10:45:17.057" v="5756" actId="20577"/>
          <ac:spMkLst>
            <pc:docMk/>
            <pc:sldMk cId="0" sldId="318"/>
            <ac:spMk id="43" creationId="{00000000-0000-0000-0000-000000000000}"/>
          </ac:spMkLst>
        </pc:spChg>
        <pc:graphicFrameChg chg="mod modGraphic">
          <ac:chgData name="Nitin Bandgar" userId="b276492f-c07a-42eb-a13c-e4843a317808" providerId="ADAL" clId="{E551124A-9AA9-476C-B7D6-F7561B166245}" dt="2026-08-03T10:46:09.975" v="5761" actId="20577"/>
          <ac:graphicFrameMkLst>
            <pc:docMk/>
            <pc:sldMk cId="0" sldId="318"/>
            <ac:graphicFrameMk id="4" creationId="{EEB14755-72B9-5616-87D7-257C3C7D7E3F}"/>
          </ac:graphicFrameMkLst>
        </pc:graphicFrameChg>
        <pc:cxnChg chg="add mod">
          <ac:chgData name="Nitin Bandgar" userId="b276492f-c07a-42eb-a13c-e4843a317808" providerId="ADAL" clId="{E551124A-9AA9-476C-B7D6-F7561B166245}" dt="2026-08-03T10:39:07.983" v="5658" actId="1035"/>
          <ac:cxnSpMkLst>
            <pc:docMk/>
            <pc:sldMk cId="0" sldId="318"/>
            <ac:cxnSpMk id="18" creationId="{4EFB2E6E-9FAE-9470-6A74-1CE640D21D19}"/>
          </ac:cxnSpMkLst>
        </pc:cxnChg>
      </pc:sldChg>
      <pc:sldChg chg="delSp modSp mod modNotesTx">
        <pc:chgData name="Nitin Bandgar" userId="b276492f-c07a-42eb-a13c-e4843a317808" providerId="ADAL" clId="{E551124A-9AA9-476C-B7D6-F7561B166245}" dt="2026-08-03T08:19:01.687" v="5106" actId="20577"/>
        <pc:sldMkLst>
          <pc:docMk/>
          <pc:sldMk cId="0" sldId="319"/>
        </pc:sldMkLst>
        <pc:spChg chg="mod">
          <ac:chgData name="Nitin Bandgar" userId="b276492f-c07a-42eb-a13c-e4843a317808" providerId="ADAL" clId="{E551124A-9AA9-476C-B7D6-F7561B166245}" dt="2026-08-03T08:11:29.276" v="5102" actId="20577"/>
          <ac:spMkLst>
            <pc:docMk/>
            <pc:sldMk cId="0" sldId="319"/>
            <ac:spMk id="42" creationId="{00000000-0000-0000-0000-000000000000}"/>
          </ac:spMkLst>
        </pc:spChg>
        <pc:graphicFrameChg chg="mod modGraphic">
          <ac:chgData name="Nitin Bandgar" userId="b276492f-c07a-42eb-a13c-e4843a317808" providerId="ADAL" clId="{E551124A-9AA9-476C-B7D6-F7561B166245}" dt="2026-08-03T08:11:15.512" v="5099" actId="14100"/>
          <ac:graphicFrameMkLst>
            <pc:docMk/>
            <pc:sldMk cId="0" sldId="319"/>
            <ac:graphicFrameMk id="50" creationId="{B9B7E31E-8D21-62BD-4674-9D21E6B539DD}"/>
          </ac:graphicFrameMkLst>
        </pc:graphicFrameChg>
      </pc:sldChg>
      <pc:sldChg chg="ord">
        <pc:chgData name="Nitin Bandgar" userId="b276492f-c07a-42eb-a13c-e4843a317808" providerId="ADAL" clId="{E551124A-9AA9-476C-B7D6-F7561B166245}" dt="2026-07-17T06:38:35.389" v="402"/>
        <pc:sldMkLst>
          <pc:docMk/>
          <pc:sldMk cId="0" sldId="320"/>
        </pc:sldMkLst>
      </pc:sldChg>
      <pc:sldChg chg="addSp modSp mod">
        <pc:chgData name="Nitin Bandgar" userId="b276492f-c07a-42eb-a13c-e4843a317808" providerId="ADAL" clId="{E551124A-9AA9-476C-B7D6-F7561B166245}" dt="2026-07-27T12:49:22.895" v="3703" actId="1035"/>
        <pc:sldMkLst>
          <pc:docMk/>
          <pc:sldMk cId="0" sldId="321"/>
        </pc:sldMkLst>
        <pc:spChg chg="add">
          <ac:chgData name="Nitin Bandgar" userId="b276492f-c07a-42eb-a13c-e4843a317808" providerId="ADAL" clId="{E551124A-9AA9-476C-B7D6-F7561B166245}" dt="2026-07-27T12:33:09.802" v="3395" actId="22"/>
          <ac:spMkLst>
            <pc:docMk/>
            <pc:sldMk cId="0" sldId="321"/>
            <ac:spMk id="3" creationId="{EE23D8CF-25C5-9550-9AB8-A345CF8F66E3}"/>
          </ac:spMkLst>
        </pc:spChg>
        <pc:spChg chg="add mod">
          <ac:chgData name="Nitin Bandgar" userId="b276492f-c07a-42eb-a13c-e4843a317808" providerId="ADAL" clId="{E551124A-9AA9-476C-B7D6-F7561B166245}" dt="2026-07-27T12:33:23.263" v="3400" actId="20577"/>
          <ac:spMkLst>
            <pc:docMk/>
            <pc:sldMk cId="0" sldId="321"/>
            <ac:spMk id="5" creationId="{A0A248CD-1D09-D4AB-7FD7-1C2FF2D15FA5}"/>
          </ac:spMkLst>
        </pc:spChg>
        <pc:spChg chg="mod">
          <ac:chgData name="Nitin Bandgar" userId="b276492f-c07a-42eb-a13c-e4843a317808" providerId="ADAL" clId="{E551124A-9AA9-476C-B7D6-F7561B166245}" dt="2026-07-27T12:47:49.645" v="3636" actId="14100"/>
          <ac:spMkLst>
            <pc:docMk/>
            <pc:sldMk cId="0" sldId="321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7:53.481" v="3644" actId="1036"/>
          <ac:spMkLst>
            <pc:docMk/>
            <pc:sldMk cId="0" sldId="321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7:56.510" v="3645" actId="1076"/>
          <ac:spMkLst>
            <pc:docMk/>
            <pc:sldMk cId="0" sldId="321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8:02.732" v="3657" actId="20577"/>
          <ac:spMkLst>
            <pc:docMk/>
            <pc:sldMk cId="0" sldId="321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7T06:30:32.952" v="354" actId="1076"/>
          <ac:spMkLst>
            <pc:docMk/>
            <pc:sldMk cId="0" sldId="321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7T06:30:32.952" v="354" actId="1076"/>
          <ac:spMkLst>
            <pc:docMk/>
            <pc:sldMk cId="0" sldId="321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8:17.548" v="3671" actId="1035"/>
          <ac:spMkLst>
            <pc:docMk/>
            <pc:sldMk cId="0" sldId="321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8:17.548" v="3671" actId="1035"/>
          <ac:spMkLst>
            <pc:docMk/>
            <pc:sldMk cId="0" sldId="321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7T06:30:45.699" v="355" actId="1076"/>
          <ac:spMkLst>
            <pc:docMk/>
            <pc:sldMk cId="0" sldId="321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17T06:30:45.699" v="355" actId="1076"/>
          <ac:spMkLst>
            <pc:docMk/>
            <pc:sldMk cId="0" sldId="321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8:28.806" v="3684" actId="1035"/>
          <ac:spMkLst>
            <pc:docMk/>
            <pc:sldMk cId="0" sldId="321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8:28.806" v="3684" actId="1035"/>
          <ac:spMkLst>
            <pc:docMk/>
            <pc:sldMk cId="0" sldId="321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7:21.971" v="3609" actId="20577"/>
          <ac:spMkLst>
            <pc:docMk/>
            <pc:sldMk cId="0" sldId="321"/>
            <ac:spMk id="22" creationId="{A073EF0B-F50D-D6F2-F7F9-DDC9839E2BAA}"/>
          </ac:spMkLst>
        </pc:spChg>
        <pc:spChg chg="mod">
          <ac:chgData name="Nitin Bandgar" userId="b276492f-c07a-42eb-a13c-e4843a317808" providerId="ADAL" clId="{E551124A-9AA9-476C-B7D6-F7561B166245}" dt="2026-07-27T12:46:44.418" v="3601" actId="207"/>
          <ac:spMkLst>
            <pc:docMk/>
            <pc:sldMk cId="0" sldId="321"/>
            <ac:spMk id="19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19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19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0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0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0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6:35.801" v="3600" actId="403"/>
          <ac:spMkLst>
            <pc:docMk/>
            <pc:sldMk cId="0" sldId="321"/>
            <ac:spMk id="2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9:18.631" v="3694" actId="1076"/>
          <ac:spMkLst>
            <pc:docMk/>
            <pc:sldMk cId="0" sldId="321"/>
            <ac:spMk id="22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9:22.895" v="3703" actId="1035"/>
          <ac:spMkLst>
            <pc:docMk/>
            <pc:sldMk cId="0" sldId="321"/>
            <ac:spMk id="23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7:09.419" v="3608" actId="403"/>
          <ac:spMkLst>
            <pc:docMk/>
            <pc:sldMk cId="0" sldId="321"/>
            <ac:spMk id="2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9:11.633" v="3691" actId="20577"/>
          <ac:spMkLst>
            <pc:docMk/>
            <pc:sldMk cId="0" sldId="321"/>
            <ac:spMk id="235" creationId="{00000000-0000-0000-0000-000000000000}"/>
          </ac:spMkLst>
        </pc:spChg>
      </pc:sldChg>
      <pc:sldChg chg="modSp mod">
        <pc:chgData name="Nitin Bandgar" userId="b276492f-c07a-42eb-a13c-e4843a317808" providerId="ADAL" clId="{E551124A-9AA9-476C-B7D6-F7561B166245}" dt="2026-08-03T08:23:46.330" v="5229" actId="20577"/>
        <pc:sldMkLst>
          <pc:docMk/>
          <pc:sldMk cId="0" sldId="322"/>
        </pc:sldMkLst>
        <pc:spChg chg="mod">
          <ac:chgData name="Nitin Bandgar" userId="b276492f-c07a-42eb-a13c-e4843a317808" providerId="ADAL" clId="{E551124A-9AA9-476C-B7D6-F7561B166245}" dt="2026-08-03T08:09:09.618" v="5067" actId="242"/>
          <ac:spMkLst>
            <pc:docMk/>
            <pc:sldMk cId="0" sldId="322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2:29.217" v="5200" actId="113"/>
          <ac:spMkLst>
            <pc:docMk/>
            <pc:sldMk cId="0" sldId="322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19:37.636" v="5121" actId="1035"/>
          <ac:spMkLst>
            <pc:docMk/>
            <pc:sldMk cId="0" sldId="322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2:38.372" v="5205" actId="20577"/>
          <ac:spMkLst>
            <pc:docMk/>
            <pc:sldMk cId="0" sldId="322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9:09.618" v="5067" actId="242"/>
          <ac:spMkLst>
            <pc:docMk/>
            <pc:sldMk cId="0" sldId="322"/>
            <ac:spMk id="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2:47.836" v="5210" actId="20577"/>
          <ac:spMkLst>
            <pc:docMk/>
            <pc:sldMk cId="0" sldId="322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19:37.636" v="5121" actId="1035"/>
          <ac:spMkLst>
            <pc:docMk/>
            <pc:sldMk cId="0" sldId="322"/>
            <ac:spMk id="27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09:09.618" v="5067" actId="242"/>
          <ac:spMkLst>
            <pc:docMk/>
            <pc:sldMk cId="0" sldId="322"/>
            <ac:spMk id="27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1:38.378" v="5192" actId="20577"/>
          <ac:spMkLst>
            <pc:docMk/>
            <pc:sldMk cId="0" sldId="322"/>
            <ac:spMk id="27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19:37.636" v="5121" actId="1035"/>
          <ac:spMkLst>
            <pc:docMk/>
            <pc:sldMk cId="0" sldId="322"/>
            <ac:spMk id="27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19:37.636" v="5121" actId="1035"/>
          <ac:spMkLst>
            <pc:docMk/>
            <pc:sldMk cId="0" sldId="322"/>
            <ac:spMk id="28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19:37.636" v="5121" actId="1035"/>
          <ac:spMkLst>
            <pc:docMk/>
            <pc:sldMk cId="0" sldId="322"/>
            <ac:spMk id="28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2:56.698" v="5214" actId="20577"/>
          <ac:spMkLst>
            <pc:docMk/>
            <pc:sldMk cId="0" sldId="322"/>
            <ac:spMk id="28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19:37.636" v="5121" actId="1035"/>
          <ac:spMkLst>
            <pc:docMk/>
            <pc:sldMk cId="0" sldId="322"/>
            <ac:spMk id="28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19:37.636" v="5121" actId="1035"/>
          <ac:spMkLst>
            <pc:docMk/>
            <pc:sldMk cId="0" sldId="322"/>
            <ac:spMk id="29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2:17.273" v="5199" actId="20577"/>
          <ac:spMkLst>
            <pc:docMk/>
            <pc:sldMk cId="0" sldId="322"/>
            <ac:spMk id="29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0:16.564" v="5162" actId="14100"/>
          <ac:spMkLst>
            <pc:docMk/>
            <pc:sldMk cId="0" sldId="322"/>
            <ac:spMk id="29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0:19.480" v="5175" actId="1035"/>
          <ac:spMkLst>
            <pc:docMk/>
            <pc:sldMk cId="0" sldId="322"/>
            <ac:spMk id="29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0:24.159" v="5185" actId="14100"/>
          <ac:spMkLst>
            <pc:docMk/>
            <pc:sldMk cId="0" sldId="322"/>
            <ac:spMk id="29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8:23:46.330" v="5229" actId="20577"/>
          <ac:spMkLst>
            <pc:docMk/>
            <pc:sldMk cId="0" sldId="322"/>
            <ac:spMk id="301" creationId="{00000000-0000-0000-0000-000000000000}"/>
          </ac:spMkLst>
        </pc:spChg>
      </pc:sldChg>
      <pc:sldChg chg="addSp delSp modSp del mod">
        <pc:chgData name="Nitin Bandgar" userId="b276492f-c07a-42eb-a13c-e4843a317808" providerId="ADAL" clId="{E551124A-9AA9-476C-B7D6-F7561B166245}" dt="2026-08-11T11:38:06.773" v="9174" actId="47"/>
        <pc:sldMkLst>
          <pc:docMk/>
          <pc:sldMk cId="0" sldId="323"/>
        </pc:sldMkLst>
        <pc:spChg chg="add 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3" creationId="{1536ADA9-BA05-D6EC-CB8E-98E3E759EEC3}"/>
          </ac:spMkLst>
        </pc:spChg>
        <pc:spChg chg="add del mod">
          <ac:chgData name="Nitin Bandgar" userId="b276492f-c07a-42eb-a13c-e4843a317808" providerId="ADAL" clId="{E551124A-9AA9-476C-B7D6-F7561B166245}" dt="2026-08-11T11:20:06.476" v="8563" actId="478"/>
          <ac:spMkLst>
            <pc:docMk/>
            <pc:sldMk cId="0" sldId="323"/>
            <ac:spMk id="5" creationId="{E4A35162-F69F-9998-7913-02355D4D4DA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7" creationId="{00000000-0000-0000-0000-00000000000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8" creationId="{00000000-0000-0000-0000-00000000000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9" creationId="{00000000-0000-0000-0000-00000000000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10" creationId="{00000000-0000-0000-0000-00000000000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11" creationId="{00000000-0000-0000-0000-00000000000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1:19:58.285" v="8561" actId="20577"/>
          <ac:spMkLst>
            <pc:docMk/>
            <pc:sldMk cId="0" sldId="323"/>
            <ac:spMk id="22" creationId="{A76E6E5F-10C8-7388-4916-211902F19934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311" creationId="{00000000-0000-0000-0000-00000000000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313" creationId="{00000000-0000-0000-0000-000000000000}"/>
          </ac:spMkLst>
        </pc:spChg>
        <pc:spChg chg="del mod">
          <ac:chgData name="Nitin Bandgar" userId="b276492f-c07a-42eb-a13c-e4843a317808" providerId="ADAL" clId="{E551124A-9AA9-476C-B7D6-F7561B166245}" dt="2026-08-11T11:20:03.674" v="8562" actId="478"/>
          <ac:spMkLst>
            <pc:docMk/>
            <pc:sldMk cId="0" sldId="323"/>
            <ac:spMk id="315" creationId="{00000000-0000-0000-0000-000000000000}"/>
          </ac:spMkLst>
        </pc:spChg>
      </pc:sldChg>
      <pc:sldChg chg="addSp delSp modSp mod">
        <pc:chgData name="Nitin Bandgar" userId="b276492f-c07a-42eb-a13c-e4843a317808" providerId="ADAL" clId="{E551124A-9AA9-476C-B7D6-F7561B166245}" dt="2026-08-03T11:37:51.379" v="6248" actId="14100"/>
        <pc:sldMkLst>
          <pc:docMk/>
          <pc:sldMk cId="0" sldId="324"/>
        </pc:sldMkLst>
        <pc:spChg chg="add mod">
          <ac:chgData name="Nitin Bandgar" userId="b276492f-c07a-42eb-a13c-e4843a317808" providerId="ADAL" clId="{E551124A-9AA9-476C-B7D6-F7561B166245}" dt="2026-08-03T11:24:20.484" v="6146" actId="1036"/>
          <ac:spMkLst>
            <pc:docMk/>
            <pc:sldMk cId="0" sldId="324"/>
            <ac:spMk id="4" creationId="{2DABC614-172E-1A51-9BB8-EAC4A52E0F81}"/>
          </ac:spMkLst>
        </pc:spChg>
        <pc:spChg chg="add mod">
          <ac:chgData name="Nitin Bandgar" userId="b276492f-c07a-42eb-a13c-e4843a317808" providerId="ADAL" clId="{E551124A-9AA9-476C-B7D6-F7561B166245}" dt="2026-08-03T11:24:20.484" v="6146" actId="1036"/>
          <ac:spMkLst>
            <pc:docMk/>
            <pc:sldMk cId="0" sldId="324"/>
            <ac:spMk id="6" creationId="{34293A8C-402A-9B70-41BE-533F89C74372}"/>
          </ac:spMkLst>
        </pc:spChg>
        <pc:spChg chg="mod">
          <ac:chgData name="Nitin Bandgar" userId="b276492f-c07a-42eb-a13c-e4843a317808" providerId="ADAL" clId="{E551124A-9AA9-476C-B7D6-F7561B166245}" dt="2026-08-03T11:37:51.379" v="6248" actId="14100"/>
          <ac:spMkLst>
            <pc:docMk/>
            <pc:sldMk cId="0" sldId="324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3:48.768" v="6132" actId="14100"/>
          <ac:spMkLst>
            <pc:docMk/>
            <pc:sldMk cId="0" sldId="324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4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6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4:12.862" v="6136" actId="1076"/>
          <ac:spMkLst>
            <pc:docMk/>
            <pc:sldMk cId="0" sldId="324"/>
            <ac:spMk id="2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3:39.434" v="6128" actId="404"/>
          <ac:spMkLst>
            <pc:docMk/>
            <pc:sldMk cId="0" sldId="324"/>
            <ac:spMk id="2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23:58.871" v="6134" actId="14100"/>
          <ac:spMkLst>
            <pc:docMk/>
            <pc:sldMk cId="0" sldId="324"/>
            <ac:spMk id="23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8-03T11:24:31.980" v="6155" actId="20577"/>
          <ac:spMkLst>
            <pc:docMk/>
            <pc:sldMk cId="0" sldId="324"/>
            <ac:spMk id="25" creationId="{0D3D5D83-367F-D72B-3607-73ABDF0394DC}"/>
          </ac:spMkLst>
        </pc:spChg>
        <pc:spChg chg="add mod">
          <ac:chgData name="Nitin Bandgar" userId="b276492f-c07a-42eb-a13c-e4843a317808" providerId="ADAL" clId="{E551124A-9AA9-476C-B7D6-F7561B166245}" dt="2026-08-03T11:24:38.808" v="6156" actId="113"/>
          <ac:spMkLst>
            <pc:docMk/>
            <pc:sldMk cId="0" sldId="324"/>
            <ac:spMk id="28" creationId="{F3C0706C-3594-DC3D-E593-E17B85632103}"/>
          </ac:spMkLst>
        </pc:spChg>
      </pc:sldChg>
      <pc:sldChg chg="addSp delSp modSp mod ord">
        <pc:chgData name="Nitin Bandgar" userId="b276492f-c07a-42eb-a13c-e4843a317808" providerId="ADAL" clId="{E551124A-9AA9-476C-B7D6-F7561B166245}" dt="2026-08-12T08:13:31.242" v="9242"/>
        <pc:sldMkLst>
          <pc:docMk/>
          <pc:sldMk cId="0" sldId="325"/>
        </pc:sldMkLst>
        <pc:spChg chg="add mod">
          <ac:chgData name="Nitin Bandgar" userId="b276492f-c07a-42eb-a13c-e4843a317808" providerId="ADAL" clId="{E551124A-9AA9-476C-B7D6-F7561B166245}" dt="2026-08-03T13:06:53.430" v="7953" actId="14100"/>
          <ac:spMkLst>
            <pc:docMk/>
            <pc:sldMk cId="0" sldId="325"/>
            <ac:spMk id="3" creationId="{44A86D13-F274-6D48-0782-6261A88A73DB}"/>
          </ac:spMkLst>
        </pc:spChg>
        <pc:spChg chg="add mod">
          <ac:chgData name="Nitin Bandgar" userId="b276492f-c07a-42eb-a13c-e4843a317808" providerId="ADAL" clId="{E551124A-9AA9-476C-B7D6-F7561B166245}" dt="2026-08-03T13:06:53.430" v="7953" actId="14100"/>
          <ac:spMkLst>
            <pc:docMk/>
            <pc:sldMk cId="0" sldId="325"/>
            <ac:spMk id="5" creationId="{4703C31A-38E4-16B5-19E4-82548BF41C40}"/>
          </ac:spMkLst>
        </pc:spChg>
        <pc:spChg chg="mod">
          <ac:chgData name="Nitin Bandgar" userId="b276492f-c07a-42eb-a13c-e4843a317808" providerId="ADAL" clId="{E551124A-9AA9-476C-B7D6-F7561B166245}" dt="2026-08-03T12:46:20.966" v="7455" actId="403"/>
          <ac:spMkLst>
            <pc:docMk/>
            <pc:sldMk cId="0" sldId="325"/>
            <ac:spMk id="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6:17.803" v="7454" actId="14100"/>
          <ac:spMkLst>
            <pc:docMk/>
            <pc:sldMk cId="0" sldId="325"/>
            <ac:spMk id="8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6:20.966" v="7455" actId="403"/>
          <ac:spMkLst>
            <pc:docMk/>
            <pc:sldMk cId="0" sldId="325"/>
            <ac:spMk id="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6:17.803" v="7454" actId="14100"/>
          <ac:spMkLst>
            <pc:docMk/>
            <pc:sldMk cId="0" sldId="325"/>
            <ac:spMk id="10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6:20.966" v="7455" actId="403"/>
          <ac:spMkLst>
            <pc:docMk/>
            <pc:sldMk cId="0" sldId="325"/>
            <ac:spMk id="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6:17.803" v="7454" actId="14100"/>
          <ac:spMkLst>
            <pc:docMk/>
            <pc:sldMk cId="0" sldId="325"/>
            <ac:spMk id="12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6:20.966" v="7455" actId="403"/>
          <ac:spMkLst>
            <pc:docMk/>
            <pc:sldMk cId="0" sldId="325"/>
            <ac:spMk id="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6:17.803" v="7454" actId="14100"/>
          <ac:spMkLst>
            <pc:docMk/>
            <pc:sldMk cId="0" sldId="325"/>
            <ac:spMk id="14" creationId="{00000000-0000-0000-0000-000000000000}"/>
          </ac:spMkLst>
        </pc:spChg>
        <pc:spChg chg="add mod">
          <ac:chgData name="Nitin Bandgar" userId="b276492f-c07a-42eb-a13c-e4843a317808" providerId="ADAL" clId="{E551124A-9AA9-476C-B7D6-F7561B166245}" dt="2026-08-03T13:06:53.430" v="7953" actId="14100"/>
          <ac:spMkLst>
            <pc:docMk/>
            <pc:sldMk cId="0" sldId="325"/>
            <ac:spMk id="15" creationId="{A6D93D95-3BC4-3AB0-6F94-B73E3B9536FD}"/>
          </ac:spMkLst>
        </pc:spChg>
        <pc:spChg chg="add mod">
          <ac:chgData name="Nitin Bandgar" userId="b276492f-c07a-42eb-a13c-e4843a317808" providerId="ADAL" clId="{E551124A-9AA9-476C-B7D6-F7561B166245}" dt="2026-08-03T13:06:53.430" v="7953" actId="14100"/>
          <ac:spMkLst>
            <pc:docMk/>
            <pc:sldMk cId="0" sldId="325"/>
            <ac:spMk id="17" creationId="{D3E73D0A-62A5-2671-1DFA-05B34D5C841A}"/>
          </ac:spMkLst>
        </pc:spChg>
        <pc:spChg chg="add mod">
          <ac:chgData name="Nitin Bandgar" userId="b276492f-c07a-42eb-a13c-e4843a317808" providerId="ADAL" clId="{E551124A-9AA9-476C-B7D6-F7561B166245}" dt="2026-08-03T13:07:29.771" v="7992" actId="14100"/>
          <ac:spMkLst>
            <pc:docMk/>
            <pc:sldMk cId="0" sldId="325"/>
            <ac:spMk id="38" creationId="{2D6DE73D-BF5A-8DD2-5EE3-115779EACE3F}"/>
          </ac:spMkLst>
        </pc:spChg>
        <pc:spChg chg="add mod">
          <ac:chgData name="Nitin Bandgar" userId="b276492f-c07a-42eb-a13c-e4843a317808" providerId="ADAL" clId="{E551124A-9AA9-476C-B7D6-F7561B166245}" dt="2026-08-03T13:07:32.842" v="8000" actId="1036"/>
          <ac:spMkLst>
            <pc:docMk/>
            <pc:sldMk cId="0" sldId="325"/>
            <ac:spMk id="40" creationId="{390E0ED0-5A27-AEA9-AE23-2138337717F2}"/>
          </ac:spMkLst>
        </pc:spChg>
        <pc:spChg chg="add mod">
          <ac:chgData name="Nitin Bandgar" userId="b276492f-c07a-42eb-a13c-e4843a317808" providerId="ADAL" clId="{E551124A-9AA9-476C-B7D6-F7561B166245}" dt="2026-08-03T13:07:24.999" v="7990" actId="403"/>
          <ac:spMkLst>
            <pc:docMk/>
            <pc:sldMk cId="0" sldId="325"/>
            <ac:spMk id="42" creationId="{9ECEC8DC-D9C2-574A-B6A9-390EF012086A}"/>
          </ac:spMkLst>
        </pc:spChg>
        <pc:spChg chg="add mod">
          <ac:chgData name="Nitin Bandgar" userId="b276492f-c07a-42eb-a13c-e4843a317808" providerId="ADAL" clId="{E551124A-9AA9-476C-B7D6-F7561B166245}" dt="2026-08-03T13:07:35.431" v="8001" actId="1076"/>
          <ac:spMkLst>
            <pc:docMk/>
            <pc:sldMk cId="0" sldId="325"/>
            <ac:spMk id="49" creationId="{12464D14-D34A-312B-A86A-B328C357C609}"/>
          </ac:spMkLst>
        </pc:spChg>
      </pc:sldChg>
      <pc:sldChg chg="addSp modSp add mod setBg">
        <pc:chgData name="Nitin Bandgar" userId="b276492f-c07a-42eb-a13c-e4843a317808" providerId="ADAL" clId="{E551124A-9AA9-476C-B7D6-F7561B166245}" dt="2026-07-27T08:49:07.580" v="958" actId="207"/>
        <pc:sldMkLst>
          <pc:docMk/>
          <pc:sldMk cId="4141800951" sldId="326"/>
        </pc:sldMkLst>
        <pc:spChg chg="add mod">
          <ac:chgData name="Nitin Bandgar" userId="b276492f-c07a-42eb-a13c-e4843a317808" providerId="ADAL" clId="{E551124A-9AA9-476C-B7D6-F7561B166245}" dt="2026-07-27T08:49:07.580" v="958" actId="207"/>
          <ac:spMkLst>
            <pc:docMk/>
            <pc:sldMk cId="4141800951" sldId="326"/>
            <ac:spMk id="3" creationId="{597F0D81-6028-81AE-2D63-F6DF67D0CEAE}"/>
          </ac:spMkLst>
        </pc:spChg>
        <pc:spChg chg="add mod">
          <ac:chgData name="Nitin Bandgar" userId="b276492f-c07a-42eb-a13c-e4843a317808" providerId="ADAL" clId="{E551124A-9AA9-476C-B7D6-F7561B166245}" dt="2026-07-27T08:49:07.580" v="958" actId="207"/>
          <ac:spMkLst>
            <pc:docMk/>
            <pc:sldMk cId="4141800951" sldId="326"/>
            <ac:spMk id="5" creationId="{57D0859A-58BA-9153-EABF-FDB5AB69F7D4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7" creationId="{DF12359A-4666-9A25-31F2-73E8FDF478A1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8" creationId="{9AC7EE27-D8C7-6B80-5B2D-5973F3C0287F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9" creationId="{0172B661-889D-866E-0C5C-8FE3C0606A80}"/>
          </ac:spMkLst>
        </pc:spChg>
        <pc:spChg chg="mod">
          <ac:chgData name="Nitin Bandgar" userId="b276492f-c07a-42eb-a13c-e4843a317808" providerId="ADAL" clId="{E551124A-9AA9-476C-B7D6-F7561B166245}" dt="2026-07-27T08:49:07.580" v="958" actId="207"/>
          <ac:spMkLst>
            <pc:docMk/>
            <pc:sldMk cId="4141800951" sldId="326"/>
            <ac:spMk id="10" creationId="{493202EF-F03C-6C40-DC70-0A81605D598C}"/>
          </ac:spMkLst>
        </pc:spChg>
        <pc:spChg chg="mod">
          <ac:chgData name="Nitin Bandgar" userId="b276492f-c07a-42eb-a13c-e4843a317808" providerId="ADAL" clId="{E551124A-9AA9-476C-B7D6-F7561B166245}" dt="2026-07-27T05:26:56.464" v="526" actId="1035"/>
          <ac:spMkLst>
            <pc:docMk/>
            <pc:sldMk cId="4141800951" sldId="326"/>
            <ac:spMk id="11" creationId="{EE29A2F4-6FC2-10BA-0A74-166A8F146130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12" creationId="{409F068C-99F3-8CB6-180B-9C9A4E3A2B85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13" creationId="{54D65F03-A6D1-1006-B29C-F948A88C9593}"/>
          </ac:spMkLst>
        </pc:spChg>
        <pc:spChg chg="mod">
          <ac:chgData name="Nitin Bandgar" userId="b276492f-c07a-42eb-a13c-e4843a317808" providerId="ADAL" clId="{E551124A-9AA9-476C-B7D6-F7561B166245}" dt="2026-07-27T08:49:07.580" v="958" actId="207"/>
          <ac:spMkLst>
            <pc:docMk/>
            <pc:sldMk cId="4141800951" sldId="326"/>
            <ac:spMk id="14" creationId="{76D69218-0772-CB9F-355D-A498691C3370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15" creationId="{95F4C729-2127-91F5-CA0E-9751800EDC5D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16" creationId="{838D8011-9C4C-91BB-7603-20BF99ED0221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17" creationId="{357982EA-CA86-895D-6187-FA7AC74EA0F3}"/>
          </ac:spMkLst>
        </pc:spChg>
        <pc:spChg chg="mod">
          <ac:chgData name="Nitin Bandgar" userId="b276492f-c07a-42eb-a13c-e4843a317808" providerId="ADAL" clId="{E551124A-9AA9-476C-B7D6-F7561B166245}" dt="2026-07-27T08:49:07.580" v="958" actId="207"/>
          <ac:spMkLst>
            <pc:docMk/>
            <pc:sldMk cId="4141800951" sldId="326"/>
            <ac:spMk id="18" creationId="{CCD6B131-3BC8-045D-84A8-5D965C639DC6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19" creationId="{83F24482-C822-A4D8-9D89-59A3DAA5B8AD}"/>
          </ac:spMkLst>
        </pc:spChg>
        <pc:spChg chg="mod">
          <ac:chgData name="Nitin Bandgar" userId="b276492f-c07a-42eb-a13c-e4843a317808" providerId="ADAL" clId="{E551124A-9AA9-476C-B7D6-F7561B166245}" dt="2026-07-27T08:48:47.685" v="941" actId="1035"/>
          <ac:spMkLst>
            <pc:docMk/>
            <pc:sldMk cId="4141800951" sldId="326"/>
            <ac:spMk id="20" creationId="{1E1053B7-1289-40C5-6542-5CB4DA05C476}"/>
          </ac:spMkLst>
        </pc:spChg>
        <pc:spChg chg="mod">
          <ac:chgData name="Nitin Bandgar" userId="b276492f-c07a-42eb-a13c-e4843a317808" providerId="ADAL" clId="{E551124A-9AA9-476C-B7D6-F7561B166245}" dt="2026-07-27T05:26:49.636" v="519" actId="403"/>
          <ac:spMkLst>
            <pc:docMk/>
            <pc:sldMk cId="4141800951" sldId="326"/>
            <ac:spMk id="21" creationId="{EABB5D87-2AC5-697E-C757-58D521A01620}"/>
          </ac:spMkLst>
        </pc:spChg>
        <pc:spChg chg="mod">
          <ac:chgData name="Nitin Bandgar" userId="b276492f-c07a-42eb-a13c-e4843a317808" providerId="ADAL" clId="{E551124A-9AA9-476C-B7D6-F7561B166245}" dt="2026-07-27T08:49:07.580" v="958" actId="207"/>
          <ac:spMkLst>
            <pc:docMk/>
            <pc:sldMk cId="4141800951" sldId="326"/>
            <ac:spMk id="22" creationId="{3CF2C831-3086-E6EE-50EA-65E7071798FF}"/>
          </ac:spMkLst>
        </pc:spChg>
        <pc:spChg chg="mod">
          <ac:chgData name="Nitin Bandgar" userId="b276492f-c07a-42eb-a13c-e4843a317808" providerId="ADAL" clId="{E551124A-9AA9-476C-B7D6-F7561B166245}" dt="2026-07-17T06:21:39.854" v="349" actId="20577"/>
          <ac:spMkLst>
            <pc:docMk/>
            <pc:sldMk cId="4141800951" sldId="326"/>
            <ac:spMk id="28" creationId="{FBB5A2BE-B692-62A5-35CE-FF0EE25BDCFE}"/>
          </ac:spMkLst>
        </pc:spChg>
        <pc:cxnChg chg="add">
          <ac:chgData name="Nitin Bandgar" userId="b276492f-c07a-42eb-a13c-e4843a317808" providerId="ADAL" clId="{E551124A-9AA9-476C-B7D6-F7561B166245}" dt="2026-07-27T08:32:35.720" v="651" actId="11529"/>
          <ac:cxnSpMkLst>
            <pc:docMk/>
            <pc:sldMk cId="4141800951" sldId="326"/>
            <ac:cxnSpMk id="23" creationId="{C4943C24-9F26-C6B8-8D38-1B7B57A0531C}"/>
          </ac:cxnSpMkLst>
        </pc:cxnChg>
      </pc:sldChg>
      <pc:sldChg chg="addSp delSp modSp add mod setBg">
        <pc:chgData name="Nitin Bandgar" userId="b276492f-c07a-42eb-a13c-e4843a317808" providerId="ADAL" clId="{E551124A-9AA9-476C-B7D6-F7561B166245}" dt="2026-07-17T06:40:02.257" v="418" actId="22"/>
        <pc:sldMkLst>
          <pc:docMk/>
          <pc:sldMk cId="3200120537" sldId="327"/>
        </pc:sldMkLst>
        <pc:spChg chg="mod">
          <ac:chgData name="Nitin Bandgar" userId="b276492f-c07a-42eb-a13c-e4843a317808" providerId="ADAL" clId="{E551124A-9AA9-476C-B7D6-F7561B166245}" dt="2026-07-17T06:37:57.124" v="370" actId="207"/>
          <ac:spMkLst>
            <pc:docMk/>
            <pc:sldMk cId="3200120537" sldId="327"/>
            <ac:spMk id="4" creationId="{991689E0-502B-1C50-0D43-97B37E18924B}"/>
          </ac:spMkLst>
        </pc:spChg>
        <pc:spChg chg="mod">
          <ac:chgData name="Nitin Bandgar" userId="b276492f-c07a-42eb-a13c-e4843a317808" providerId="ADAL" clId="{E551124A-9AA9-476C-B7D6-F7561B166245}" dt="2026-07-17T06:38:39.536" v="403" actId="20577"/>
          <ac:spMkLst>
            <pc:docMk/>
            <pc:sldMk cId="3200120537" sldId="327"/>
            <ac:spMk id="5" creationId="{204600E2-D3A8-5DBC-C4E5-5C60981F362E}"/>
          </ac:spMkLst>
        </pc:spChg>
        <pc:spChg chg="mod">
          <ac:chgData name="Nitin Bandgar" userId="b276492f-c07a-42eb-a13c-e4843a317808" providerId="ADAL" clId="{E551124A-9AA9-476C-B7D6-F7561B166245}" dt="2026-07-17T06:38:13.755" v="382" actId="20577"/>
          <ac:spMkLst>
            <pc:docMk/>
            <pc:sldMk cId="3200120537" sldId="327"/>
            <ac:spMk id="6" creationId="{5726F7B0-788F-1441-FE3A-C2B37E01197B}"/>
          </ac:spMkLst>
        </pc:spChg>
        <pc:spChg chg="add">
          <ac:chgData name="Nitin Bandgar" userId="b276492f-c07a-42eb-a13c-e4843a317808" providerId="ADAL" clId="{E551124A-9AA9-476C-B7D6-F7561B166245}" dt="2026-07-17T06:40:02.257" v="418" actId="22"/>
          <ac:spMkLst>
            <pc:docMk/>
            <pc:sldMk cId="3200120537" sldId="327"/>
            <ac:spMk id="10" creationId="{1D911690-921C-A4D7-DBE9-CEEEA153542A}"/>
          </ac:spMkLst>
        </pc:spChg>
      </pc:sldChg>
      <pc:sldChg chg="addSp modSp mod ord">
        <pc:chgData name="Nitin Bandgar" userId="b276492f-c07a-42eb-a13c-e4843a317808" providerId="ADAL" clId="{E551124A-9AA9-476C-B7D6-F7561B166245}" dt="2026-07-27T12:44:38.822" v="3590" actId="1035"/>
        <pc:sldMkLst>
          <pc:docMk/>
          <pc:sldMk cId="0" sldId="328"/>
        </pc:sldMkLst>
        <pc:spChg chg="add">
          <ac:chgData name="Nitin Bandgar" userId="b276492f-c07a-42eb-a13c-e4843a317808" providerId="ADAL" clId="{E551124A-9AA9-476C-B7D6-F7561B166245}" dt="2026-07-27T12:33:07.252" v="3394" actId="22"/>
          <ac:spMkLst>
            <pc:docMk/>
            <pc:sldMk cId="0" sldId="328"/>
            <ac:spMk id="3" creationId="{5AC5DB95-1DA5-C4B7-4A27-3F99E6773ABC}"/>
          </ac:spMkLst>
        </pc:spChg>
        <pc:spChg chg="add mod">
          <ac:chgData name="Nitin Bandgar" userId="b276492f-c07a-42eb-a13c-e4843a317808" providerId="ADAL" clId="{E551124A-9AA9-476C-B7D6-F7561B166245}" dt="2026-07-27T12:33:27.693" v="3403" actId="20577"/>
          <ac:spMkLst>
            <pc:docMk/>
            <pc:sldMk cId="0" sldId="328"/>
            <ac:spMk id="5" creationId="{3531EB44-B4DB-2A01-45F6-DDE4A9CBB9D3}"/>
          </ac:spMkLst>
        </pc:spChg>
        <pc:spChg chg="mod">
          <ac:chgData name="Nitin Bandgar" userId="b276492f-c07a-42eb-a13c-e4843a317808" providerId="ADAL" clId="{E551124A-9AA9-476C-B7D6-F7561B166245}" dt="2026-07-27T12:42:56.979" v="3544"/>
          <ac:spMkLst>
            <pc:docMk/>
            <pc:sldMk cId="0" sldId="328"/>
            <ac:spMk id="32" creationId="{89918186-8B9D-2469-5244-079D4D99446F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0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0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0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0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0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02.789" v="3548" actId="403"/>
          <ac:spMkLst>
            <pc:docMk/>
            <pc:sldMk cId="0" sldId="328"/>
            <ac:spMk id="1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37.450" v="3551" actId="403"/>
          <ac:spMkLst>
            <pc:docMk/>
            <pc:sldMk cId="0" sldId="328"/>
            <ac:spMk id="1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43.413" v="3553" actId="403"/>
          <ac:spMkLst>
            <pc:docMk/>
            <pc:sldMk cId="0" sldId="328"/>
            <ac:spMk id="12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37.450" v="3551" actId="403"/>
          <ac:spMkLst>
            <pc:docMk/>
            <pc:sldMk cId="0" sldId="328"/>
            <ac:spMk id="12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43.413" v="3553" actId="403"/>
          <ac:spMkLst>
            <pc:docMk/>
            <pc:sldMk cId="0" sldId="328"/>
            <ac:spMk id="1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37.450" v="3551" actId="403"/>
          <ac:spMkLst>
            <pc:docMk/>
            <pc:sldMk cId="0" sldId="328"/>
            <ac:spMk id="13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43.413" v="3553" actId="403"/>
          <ac:spMkLst>
            <pc:docMk/>
            <pc:sldMk cId="0" sldId="328"/>
            <ac:spMk id="14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37.450" v="3551" actId="403"/>
          <ac:spMkLst>
            <pc:docMk/>
            <pc:sldMk cId="0" sldId="328"/>
            <ac:spMk id="14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43.413" v="3553" actId="403"/>
          <ac:spMkLst>
            <pc:docMk/>
            <pc:sldMk cId="0" sldId="328"/>
            <ac:spMk id="14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4:34.818" v="3573" actId="14100"/>
          <ac:spMkLst>
            <pc:docMk/>
            <pc:sldMk cId="0" sldId="328"/>
            <ac:spMk id="15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4:38.822" v="3590" actId="1035"/>
          <ac:spMkLst>
            <pc:docMk/>
            <pc:sldMk cId="0" sldId="328"/>
            <ac:spMk id="15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3:58.771" v="3566" actId="403"/>
          <ac:spMkLst>
            <pc:docMk/>
            <pc:sldMk cId="0" sldId="328"/>
            <ac:spMk id="15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7-27T12:44:32.782" v="3572" actId="14100"/>
          <ac:spMkLst>
            <pc:docMk/>
            <pc:sldMk cId="0" sldId="328"/>
            <ac:spMk id="157" creationId="{00000000-0000-0000-0000-000000000000}"/>
          </ac:spMkLst>
        </pc:spChg>
      </pc:sldChg>
      <pc:sldChg chg="addSp modSp mod modNotesTx">
        <pc:chgData name="Nitin Bandgar" userId="b276492f-c07a-42eb-a13c-e4843a317808" providerId="ADAL" clId="{E551124A-9AA9-476C-B7D6-F7561B166245}" dt="2026-08-03T07:49:16.973" v="4882" actId="1036"/>
        <pc:sldMkLst>
          <pc:docMk/>
          <pc:sldMk cId="0" sldId="329"/>
        </pc:sldMkLst>
        <pc:spChg chg="add">
          <ac:chgData name="Nitin Bandgar" userId="b276492f-c07a-42eb-a13c-e4843a317808" providerId="ADAL" clId="{E551124A-9AA9-476C-B7D6-F7561B166245}" dt="2026-08-03T07:30:23.660" v="4729" actId="22"/>
          <ac:spMkLst>
            <pc:docMk/>
            <pc:sldMk cId="0" sldId="329"/>
            <ac:spMk id="3" creationId="{DECE4787-E663-84B6-940D-93673EF3C5BD}"/>
          </ac:spMkLst>
        </pc:spChg>
        <pc:spChg chg="add mod">
          <ac:chgData name="Nitin Bandgar" userId="b276492f-c07a-42eb-a13c-e4843a317808" providerId="ADAL" clId="{E551124A-9AA9-476C-B7D6-F7561B166245}" dt="2026-08-03T07:30:32.085" v="4732" actId="20577"/>
          <ac:spMkLst>
            <pc:docMk/>
            <pc:sldMk cId="0" sldId="329"/>
            <ac:spMk id="5" creationId="{4C55BD3D-E0AF-75E8-C302-530E9A218BF1}"/>
          </ac:spMkLst>
        </pc:spChg>
        <pc:spChg chg="mod">
          <ac:chgData name="Nitin Bandgar" userId="b276492f-c07a-42eb-a13c-e4843a317808" providerId="ADAL" clId="{E551124A-9AA9-476C-B7D6-F7561B166245}" dt="2026-08-03T07:34:37.668" v="4766" actId="20577"/>
          <ac:spMkLst>
            <pc:docMk/>
            <pc:sldMk cId="0" sldId="329"/>
            <ac:spMk id="32" creationId="{89918186-8B9D-2469-5244-079D4D99446F}"/>
          </ac:spMkLst>
        </pc:spChg>
        <pc:spChg chg="mod">
          <ac:chgData name="Nitin Bandgar" userId="b276492f-c07a-42eb-a13c-e4843a317808" providerId="ADAL" clId="{E551124A-9AA9-476C-B7D6-F7561B166245}" dt="2026-08-03T07:33:08.355" v="4740" actId="403"/>
          <ac:spMkLst>
            <pc:docMk/>
            <pc:sldMk cId="0" sldId="329"/>
            <ac:spMk id="16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5:02.779" v="4770" actId="20577"/>
          <ac:spMkLst>
            <pc:docMk/>
            <pc:sldMk cId="0" sldId="329"/>
            <ac:spMk id="16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5:45.129" v="4772" actId="403"/>
          <ac:spMkLst>
            <pc:docMk/>
            <pc:sldMk cId="0" sldId="329"/>
            <ac:spMk id="16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3:08.355" v="4740" actId="403"/>
          <ac:spMkLst>
            <pc:docMk/>
            <pc:sldMk cId="0" sldId="329"/>
            <ac:spMk id="17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5:58.681" v="4773" actId="20577"/>
          <ac:spMkLst>
            <pc:docMk/>
            <pc:sldMk cId="0" sldId="329"/>
            <ac:spMk id="17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5:45.129" v="4772" actId="403"/>
          <ac:spMkLst>
            <pc:docMk/>
            <pc:sldMk cId="0" sldId="329"/>
            <ac:spMk id="17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3:08.355" v="4740" actId="403"/>
          <ac:spMkLst>
            <pc:docMk/>
            <pc:sldMk cId="0" sldId="329"/>
            <ac:spMk id="18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3:19.418" v="4824" actId="20577"/>
          <ac:spMkLst>
            <pc:docMk/>
            <pc:sldMk cId="0" sldId="329"/>
            <ac:spMk id="18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5:45.129" v="4772" actId="403"/>
          <ac:spMkLst>
            <pc:docMk/>
            <pc:sldMk cId="0" sldId="329"/>
            <ac:spMk id="18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7:35.409" v="4815" actId="1035"/>
          <ac:spMkLst>
            <pc:docMk/>
            <pc:sldMk cId="0" sldId="329"/>
            <ac:spMk id="18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3:14.875" v="4743" actId="403"/>
          <ac:spMkLst>
            <pc:docMk/>
            <pc:sldMk cId="0" sldId="329"/>
            <ac:spMk id="19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7:35.409" v="4815" actId="1035"/>
          <ac:spMkLst>
            <pc:docMk/>
            <pc:sldMk cId="0" sldId="329"/>
            <ac:spMk id="19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7:35.409" v="4815" actId="1035"/>
          <ac:spMkLst>
            <pc:docMk/>
            <pc:sldMk cId="0" sldId="329"/>
            <ac:spMk id="19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7:35.409" v="4815" actId="1035"/>
          <ac:spMkLst>
            <pc:docMk/>
            <pc:sldMk cId="0" sldId="329"/>
            <ac:spMk id="19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7:35.409" v="4815" actId="1035"/>
          <ac:spMkLst>
            <pc:docMk/>
            <pc:sldMk cId="0" sldId="329"/>
            <ac:spMk id="19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3:23.510" v="4828" actId="20577"/>
          <ac:spMkLst>
            <pc:docMk/>
            <pc:sldMk cId="0" sldId="329"/>
            <ac:spMk id="20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37:35.409" v="4815" actId="1035"/>
          <ac:spMkLst>
            <pc:docMk/>
            <pc:sldMk cId="0" sldId="329"/>
            <ac:spMk id="20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9:00.680" v="4859" actId="1076"/>
          <ac:spMkLst>
            <pc:docMk/>
            <pc:sldMk cId="0" sldId="329"/>
            <ac:spMk id="20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9:02.426" v="4860" actId="1076"/>
          <ac:spMkLst>
            <pc:docMk/>
            <pc:sldMk cId="0" sldId="329"/>
            <ac:spMk id="20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9:16.973" v="4882" actId="1036"/>
          <ac:spMkLst>
            <pc:docMk/>
            <pc:sldMk cId="0" sldId="329"/>
            <ac:spMk id="20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9:14.067" v="4879" actId="1036"/>
          <ac:spMkLst>
            <pc:docMk/>
            <pc:sldMk cId="0" sldId="329"/>
            <ac:spMk id="211" creationId="{00000000-0000-0000-0000-000000000000}"/>
          </ac:spMkLst>
        </pc:spChg>
      </pc:sldChg>
      <pc:sldChg chg="addSp modSp mod modNotesTx">
        <pc:chgData name="Nitin Bandgar" userId="b276492f-c07a-42eb-a13c-e4843a317808" providerId="ADAL" clId="{E551124A-9AA9-476C-B7D6-F7561B166245}" dt="2026-08-03T07:57:10.528" v="4916" actId="1035"/>
        <pc:sldMkLst>
          <pc:docMk/>
          <pc:sldMk cId="0" sldId="330"/>
        </pc:sldMkLst>
        <pc:spChg chg="add">
          <ac:chgData name="Nitin Bandgar" userId="b276492f-c07a-42eb-a13c-e4843a317808" providerId="ADAL" clId="{E551124A-9AA9-476C-B7D6-F7561B166245}" dt="2026-08-03T07:30:27.414" v="4730" actId="22"/>
          <ac:spMkLst>
            <pc:docMk/>
            <pc:sldMk cId="0" sldId="330"/>
            <ac:spMk id="3" creationId="{78A92E30-C5C8-1322-9DAD-758EB6720131}"/>
          </ac:spMkLst>
        </pc:spChg>
        <pc:spChg chg="add mod">
          <ac:chgData name="Nitin Bandgar" userId="b276492f-c07a-42eb-a13c-e4843a317808" providerId="ADAL" clId="{E551124A-9AA9-476C-B7D6-F7561B166245}" dt="2026-08-03T07:30:37.771" v="4734" actId="20577"/>
          <ac:spMkLst>
            <pc:docMk/>
            <pc:sldMk cId="0" sldId="330"/>
            <ac:spMk id="5" creationId="{2673549D-BD96-B542-D453-144E58BD6AF5}"/>
          </ac:spMkLst>
        </pc:spChg>
        <pc:spChg chg="mod">
          <ac:chgData name="Nitin Bandgar" userId="b276492f-c07a-42eb-a13c-e4843a317808" providerId="ADAL" clId="{E551124A-9AA9-476C-B7D6-F7561B166245}" dt="2026-08-03T07:47:26.263" v="4847" actId="403"/>
          <ac:spMkLst>
            <pc:docMk/>
            <pc:sldMk cId="0" sldId="330"/>
            <ac:spMk id="2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34.110" v="4849" actId="403"/>
          <ac:spMkLst>
            <pc:docMk/>
            <pc:sldMk cId="0" sldId="330"/>
            <ac:spMk id="2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26.263" v="4847" actId="403"/>
          <ac:spMkLst>
            <pc:docMk/>
            <pc:sldMk cId="0" sldId="330"/>
            <ac:spMk id="2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34.110" v="4849" actId="403"/>
          <ac:spMkLst>
            <pc:docMk/>
            <pc:sldMk cId="0" sldId="330"/>
            <ac:spMk id="22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26.263" v="4847" actId="403"/>
          <ac:spMkLst>
            <pc:docMk/>
            <pc:sldMk cId="0" sldId="330"/>
            <ac:spMk id="23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34.110" v="4849" actId="403"/>
          <ac:spMkLst>
            <pc:docMk/>
            <pc:sldMk cId="0" sldId="330"/>
            <ac:spMk id="23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26.263" v="4847" actId="403"/>
          <ac:spMkLst>
            <pc:docMk/>
            <pc:sldMk cId="0" sldId="330"/>
            <ac:spMk id="23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34.110" v="4849" actId="403"/>
          <ac:spMkLst>
            <pc:docMk/>
            <pc:sldMk cId="0" sldId="330"/>
            <ac:spMk id="24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39.797" v="4851" actId="403"/>
          <ac:spMkLst>
            <pc:docMk/>
            <pc:sldMk cId="0" sldId="330"/>
            <ac:spMk id="24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6:36.535" v="4845" actId="403"/>
          <ac:spMkLst>
            <pc:docMk/>
            <pc:sldMk cId="0" sldId="330"/>
            <ac:spMk id="24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6:36.535" v="4845" actId="403"/>
          <ac:spMkLst>
            <pc:docMk/>
            <pc:sldMk cId="0" sldId="330"/>
            <ac:spMk id="24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6:25.346" v="4837" actId="403"/>
          <ac:spMkLst>
            <pc:docMk/>
            <pc:sldMk cId="0" sldId="330"/>
            <ac:spMk id="25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57:06.810" v="4906" actId="14100"/>
          <ac:spMkLst>
            <pc:docMk/>
            <pc:sldMk cId="0" sldId="330"/>
            <ac:spMk id="25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57:10.528" v="4916" actId="1035"/>
          <ac:spMkLst>
            <pc:docMk/>
            <pc:sldMk cId="0" sldId="330"/>
            <ac:spMk id="25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47:48.096" v="4855" actId="403"/>
          <ac:spMkLst>
            <pc:docMk/>
            <pc:sldMk cId="0" sldId="330"/>
            <ac:spMk id="25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07:56:22.606" v="4905" actId="20577"/>
          <ac:spMkLst>
            <pc:docMk/>
            <pc:sldMk cId="0" sldId="330"/>
            <ac:spMk id="259" creationId="{00000000-0000-0000-0000-000000000000}"/>
          </ac:spMkLst>
        </pc:spChg>
      </pc:sldChg>
      <pc:sldChg chg="addSp modSp mod">
        <pc:chgData name="Nitin Bandgar" userId="b276492f-c07a-42eb-a13c-e4843a317808" providerId="ADAL" clId="{E551124A-9AA9-476C-B7D6-F7561B166245}" dt="2026-08-03T11:36:50.776" v="6246" actId="20577"/>
        <pc:sldMkLst>
          <pc:docMk/>
          <pc:sldMk cId="0" sldId="331"/>
        </pc:sldMkLst>
        <pc:spChg chg="mod">
          <ac:chgData name="Nitin Bandgar" userId="b276492f-c07a-42eb-a13c-e4843a317808" providerId="ADAL" clId="{E551124A-9AA9-476C-B7D6-F7561B166245}" dt="2026-08-03T11:30:52.197" v="6168" actId="403"/>
          <ac:spMkLst>
            <pc:docMk/>
            <pc:sldMk cId="0" sldId="331"/>
            <ac:spMk id="26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4:28.908" v="6220" actId="1076"/>
          <ac:spMkLst>
            <pc:docMk/>
            <pc:sldMk cId="0" sldId="331"/>
            <ac:spMk id="26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0:52.197" v="6168" actId="403"/>
          <ac:spMkLst>
            <pc:docMk/>
            <pc:sldMk cId="0" sldId="331"/>
            <ac:spMk id="26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4:28.908" v="6220" actId="1076"/>
          <ac:spMkLst>
            <pc:docMk/>
            <pc:sldMk cId="0" sldId="331"/>
            <ac:spMk id="27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0:52.197" v="6168" actId="403"/>
          <ac:spMkLst>
            <pc:docMk/>
            <pc:sldMk cId="0" sldId="331"/>
            <ac:spMk id="27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4:28.908" v="6220" actId="1076"/>
          <ac:spMkLst>
            <pc:docMk/>
            <pc:sldMk cId="0" sldId="331"/>
            <ac:spMk id="27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0:52.197" v="6168" actId="403"/>
          <ac:spMkLst>
            <pc:docMk/>
            <pc:sldMk cId="0" sldId="331"/>
            <ac:spMk id="28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4:28.908" v="6220" actId="1076"/>
          <ac:spMkLst>
            <pc:docMk/>
            <pc:sldMk cId="0" sldId="331"/>
            <ac:spMk id="28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0:52.197" v="6168" actId="403"/>
          <ac:spMkLst>
            <pc:docMk/>
            <pc:sldMk cId="0" sldId="331"/>
            <ac:spMk id="28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5:09.234" v="6229" actId="20577"/>
          <ac:spMkLst>
            <pc:docMk/>
            <pc:sldMk cId="0" sldId="331"/>
            <ac:spMk id="28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0:52.197" v="6168" actId="403"/>
          <ac:spMkLst>
            <pc:docMk/>
            <pc:sldMk cId="0" sldId="331"/>
            <ac:spMk id="29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6:30.608" v="6243" actId="20577"/>
          <ac:spMkLst>
            <pc:docMk/>
            <pc:sldMk cId="0" sldId="331"/>
            <ac:spMk id="29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0:52.197" v="6168" actId="403"/>
          <ac:spMkLst>
            <pc:docMk/>
            <pc:sldMk cId="0" sldId="331"/>
            <ac:spMk id="29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6:24.763" v="6238" actId="20577"/>
          <ac:spMkLst>
            <pc:docMk/>
            <pc:sldMk cId="0" sldId="331"/>
            <ac:spMk id="30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1:12.193" v="6179" actId="403"/>
          <ac:spMkLst>
            <pc:docMk/>
            <pc:sldMk cId="0" sldId="331"/>
            <ac:spMk id="30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6:50.776" v="6246" actId="20577"/>
          <ac:spMkLst>
            <pc:docMk/>
            <pc:sldMk cId="0" sldId="331"/>
            <ac:spMk id="309" creationId="{00000000-0000-0000-0000-000000000000}"/>
          </ac:spMkLst>
        </pc:spChg>
      </pc:sldChg>
      <pc:sldChg chg="addSp delSp modSp mod modNotesTx">
        <pc:chgData name="Nitin Bandgar" userId="b276492f-c07a-42eb-a13c-e4843a317808" providerId="ADAL" clId="{E551124A-9AA9-476C-B7D6-F7561B166245}" dt="2026-08-03T11:54:58.942" v="6788" actId="113"/>
        <pc:sldMkLst>
          <pc:docMk/>
          <pc:sldMk cId="0" sldId="332"/>
        </pc:sldMkLst>
        <pc:spChg chg="add mod">
          <ac:chgData name="Nitin Bandgar" userId="b276492f-c07a-42eb-a13c-e4843a317808" providerId="ADAL" clId="{E551124A-9AA9-476C-B7D6-F7561B166245}" dt="2026-08-03T11:54:35.381" v="6783" actId="207"/>
          <ac:spMkLst>
            <pc:docMk/>
            <pc:sldMk cId="0" sldId="332"/>
            <ac:spMk id="3" creationId="{E01A471B-BD14-68CC-982A-AD35469B7C10}"/>
          </ac:spMkLst>
        </pc:spChg>
        <pc:spChg chg="mod">
          <ac:chgData name="Nitin Bandgar" userId="b276492f-c07a-42eb-a13c-e4843a317808" providerId="ADAL" clId="{E551124A-9AA9-476C-B7D6-F7561B166245}" dt="2026-08-03T11:39:01.468" v="6263" actId="403"/>
          <ac:spMkLst>
            <pc:docMk/>
            <pc:sldMk cId="0" sldId="332"/>
            <ac:spMk id="3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9:44.959" v="6749" actId="242"/>
          <ac:spMkLst>
            <pc:docMk/>
            <pc:sldMk cId="0" sldId="332"/>
            <ac:spMk id="3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9:44.959" v="6749" actId="242"/>
          <ac:spMkLst>
            <pc:docMk/>
            <pc:sldMk cId="0" sldId="332"/>
            <ac:spMk id="3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54:35.381" v="6783" actId="207"/>
          <ac:spMkLst>
            <pc:docMk/>
            <pc:sldMk cId="0" sldId="332"/>
            <ac:spMk id="3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9:44.959" v="6749" actId="242"/>
          <ac:spMkLst>
            <pc:docMk/>
            <pc:sldMk cId="0" sldId="332"/>
            <ac:spMk id="32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54:35.381" v="6783" actId="207"/>
          <ac:spMkLst>
            <pc:docMk/>
            <pc:sldMk cId="0" sldId="332"/>
            <ac:spMk id="32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9:44.959" v="6749" actId="242"/>
          <ac:spMkLst>
            <pc:docMk/>
            <pc:sldMk cId="0" sldId="332"/>
            <ac:spMk id="33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54:35.381" v="6783" actId="207"/>
          <ac:spMkLst>
            <pc:docMk/>
            <pc:sldMk cId="0" sldId="332"/>
            <ac:spMk id="3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38:58.009" v="6262" actId="403"/>
          <ac:spMkLst>
            <pc:docMk/>
            <pc:sldMk cId="0" sldId="332"/>
            <ac:spMk id="33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4:17.473" v="6517" actId="552"/>
          <ac:spMkLst>
            <pc:docMk/>
            <pc:sldMk cId="0" sldId="332"/>
            <ac:spMk id="33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25.170" v="6677" actId="403"/>
          <ac:spMkLst>
            <pc:docMk/>
            <pc:sldMk cId="0" sldId="332"/>
            <ac:spMk id="34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8:41.531" v="6724" actId="404"/>
          <ac:spMkLst>
            <pc:docMk/>
            <pc:sldMk cId="0" sldId="332"/>
            <ac:spMk id="34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35.139" v="6680" actId="403"/>
          <ac:spMkLst>
            <pc:docMk/>
            <pc:sldMk cId="0" sldId="332"/>
            <ac:spMk id="34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4:38.396" v="6552" actId="1036"/>
          <ac:spMkLst>
            <pc:docMk/>
            <pc:sldMk cId="0" sldId="332"/>
            <ac:spMk id="34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25.170" v="6677" actId="403"/>
          <ac:spMkLst>
            <pc:docMk/>
            <pc:sldMk cId="0" sldId="332"/>
            <ac:spMk id="34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8:41.531" v="6724" actId="404"/>
          <ac:spMkLst>
            <pc:docMk/>
            <pc:sldMk cId="0" sldId="332"/>
            <ac:spMk id="35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35.139" v="6680" actId="403"/>
          <ac:spMkLst>
            <pc:docMk/>
            <pc:sldMk cId="0" sldId="332"/>
            <ac:spMk id="35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4:48.181" v="6566" actId="1035"/>
          <ac:spMkLst>
            <pc:docMk/>
            <pc:sldMk cId="0" sldId="332"/>
            <ac:spMk id="35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25.170" v="6677" actId="403"/>
          <ac:spMkLst>
            <pc:docMk/>
            <pc:sldMk cId="0" sldId="332"/>
            <ac:spMk id="35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8:41.531" v="6724" actId="404"/>
          <ac:spMkLst>
            <pc:docMk/>
            <pc:sldMk cId="0" sldId="332"/>
            <ac:spMk id="35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35.139" v="6680" actId="403"/>
          <ac:spMkLst>
            <pc:docMk/>
            <pc:sldMk cId="0" sldId="332"/>
            <ac:spMk id="36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4:57.237" v="6568" actId="1035"/>
          <ac:spMkLst>
            <pc:docMk/>
            <pc:sldMk cId="0" sldId="332"/>
            <ac:spMk id="36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25.170" v="6677" actId="403"/>
          <ac:spMkLst>
            <pc:docMk/>
            <pc:sldMk cId="0" sldId="332"/>
            <ac:spMk id="36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8:41.531" v="6724" actId="404"/>
          <ac:spMkLst>
            <pc:docMk/>
            <pc:sldMk cId="0" sldId="332"/>
            <ac:spMk id="36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5:35.139" v="6680" actId="403"/>
          <ac:spMkLst>
            <pc:docMk/>
            <pc:sldMk cId="0" sldId="332"/>
            <ac:spMk id="36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46:21.697" v="6693" actId="403"/>
          <ac:spMkLst>
            <pc:docMk/>
            <pc:sldMk cId="0" sldId="332"/>
            <ac:spMk id="37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1:54:58.942" v="6788" actId="113"/>
          <ac:spMkLst>
            <pc:docMk/>
            <pc:sldMk cId="0" sldId="332"/>
            <ac:spMk id="377" creationId="{00000000-0000-0000-0000-000000000000}"/>
          </ac:spMkLst>
        </pc:spChg>
        <pc:cxnChg chg="add mod">
          <ac:chgData name="Nitin Bandgar" userId="b276492f-c07a-42eb-a13c-e4843a317808" providerId="ADAL" clId="{E551124A-9AA9-476C-B7D6-F7561B166245}" dt="2026-08-03T11:46:00.364" v="6684" actId="1582"/>
          <ac:cxnSpMkLst>
            <pc:docMk/>
            <pc:sldMk cId="0" sldId="332"/>
            <ac:cxnSpMk id="5" creationId="{81B9B92A-B660-997B-5AFC-08C213BB02A6}"/>
          </ac:cxnSpMkLst>
        </pc:cxnChg>
        <pc:cxnChg chg="add mod">
          <ac:chgData name="Nitin Bandgar" userId="b276492f-c07a-42eb-a13c-e4843a317808" providerId="ADAL" clId="{E551124A-9AA9-476C-B7D6-F7561B166245}" dt="2026-08-03T11:46:00.364" v="6684" actId="1582"/>
          <ac:cxnSpMkLst>
            <pc:docMk/>
            <pc:sldMk cId="0" sldId="332"/>
            <ac:cxnSpMk id="6" creationId="{D3313CFF-3B67-D299-19BF-BC80DE9B0858}"/>
          </ac:cxnSpMkLst>
        </pc:cxnChg>
        <pc:cxnChg chg="add mod">
          <ac:chgData name="Nitin Bandgar" userId="b276492f-c07a-42eb-a13c-e4843a317808" providerId="ADAL" clId="{E551124A-9AA9-476C-B7D6-F7561B166245}" dt="2026-08-03T11:46:00.364" v="6684" actId="1582"/>
          <ac:cxnSpMkLst>
            <pc:docMk/>
            <pc:sldMk cId="0" sldId="332"/>
            <ac:cxnSpMk id="7" creationId="{011C19B9-62B3-3C24-DBC5-752BDA71B03C}"/>
          </ac:cxnSpMkLst>
        </pc:cxnChg>
      </pc:sldChg>
      <pc:sldChg chg="addSp delSp modSp mod">
        <pc:chgData name="Nitin Bandgar" userId="b276492f-c07a-42eb-a13c-e4843a317808" providerId="ADAL" clId="{E551124A-9AA9-476C-B7D6-F7561B166245}" dt="2026-08-11T10:16:51.684" v="8121" actId="20577"/>
        <pc:sldMkLst>
          <pc:docMk/>
          <pc:sldMk cId="0" sldId="333"/>
        </pc:sldMkLst>
        <pc:spChg chg="mod">
          <ac:chgData name="Nitin Bandgar" userId="b276492f-c07a-42eb-a13c-e4843a317808" providerId="ADAL" clId="{E551124A-9AA9-476C-B7D6-F7561B166245}" dt="2026-08-03T12:39:02.690" v="7372" actId="1035"/>
          <ac:spMkLst>
            <pc:docMk/>
            <pc:sldMk cId="0" sldId="333"/>
            <ac:spMk id="37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14:37.386" v="8109"/>
          <ac:spMkLst>
            <pc:docMk/>
            <pc:sldMk cId="0" sldId="333"/>
            <ac:spMk id="38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9:02.690" v="7372" actId="1035"/>
          <ac:spMkLst>
            <pc:docMk/>
            <pc:sldMk cId="0" sldId="333"/>
            <ac:spMk id="38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2:08.799" v="7412"/>
          <ac:spMkLst>
            <pc:docMk/>
            <pc:sldMk cId="0" sldId="333"/>
            <ac:spMk id="38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9:02.690" v="7372" actId="1035"/>
          <ac:spMkLst>
            <pc:docMk/>
            <pc:sldMk cId="0" sldId="333"/>
            <ac:spMk id="38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2:20.670" v="7414"/>
          <ac:spMkLst>
            <pc:docMk/>
            <pc:sldMk cId="0" sldId="333"/>
            <ac:spMk id="38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9:02.690" v="7372" actId="1035"/>
          <ac:spMkLst>
            <pc:docMk/>
            <pc:sldMk cId="0" sldId="333"/>
            <ac:spMk id="39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15:50.866" v="8113"/>
          <ac:spMkLst>
            <pc:docMk/>
            <pc:sldMk cId="0" sldId="333"/>
            <ac:spMk id="39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9:02.690" v="7372" actId="1035"/>
          <ac:spMkLst>
            <pc:docMk/>
            <pc:sldMk cId="0" sldId="333"/>
            <ac:spMk id="39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43:45.551" v="7431"/>
          <ac:spMkLst>
            <pc:docMk/>
            <pc:sldMk cId="0" sldId="333"/>
            <ac:spMk id="39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9:11.125" v="7384" actId="1035"/>
          <ac:spMkLst>
            <pc:docMk/>
            <pc:sldMk cId="0" sldId="333"/>
            <ac:spMk id="39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9:15.638" v="7396" actId="14100"/>
          <ac:spMkLst>
            <pc:docMk/>
            <pc:sldMk cId="0" sldId="333"/>
            <ac:spMk id="40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9:11.125" v="7384" actId="1035"/>
          <ac:spMkLst>
            <pc:docMk/>
            <pc:sldMk cId="0" sldId="333"/>
            <ac:spMk id="40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16:51.684" v="8121" actId="20577"/>
          <ac:spMkLst>
            <pc:docMk/>
            <pc:sldMk cId="0" sldId="333"/>
            <ac:spMk id="405" creationId="{00000000-0000-0000-0000-000000000000}"/>
          </ac:spMkLst>
        </pc:spChg>
        <pc:cxnChg chg="add mod">
          <ac:chgData name="Nitin Bandgar" userId="b276492f-c07a-42eb-a13c-e4843a317808" providerId="ADAL" clId="{E551124A-9AA9-476C-B7D6-F7561B166245}" dt="2026-08-03T12:31:03.830" v="7212" actId="1038"/>
          <ac:cxnSpMkLst>
            <pc:docMk/>
            <pc:sldMk cId="0" sldId="333"/>
            <ac:cxnSpMk id="2" creationId="{282D299C-05F3-A95C-974C-8F6D8CDC88EA}"/>
          </ac:cxnSpMkLst>
        </pc:cxnChg>
        <pc:cxnChg chg="add mod">
          <ac:chgData name="Nitin Bandgar" userId="b276492f-c07a-42eb-a13c-e4843a317808" providerId="ADAL" clId="{E551124A-9AA9-476C-B7D6-F7561B166245}" dt="2026-08-03T12:31:03.830" v="7212" actId="1038"/>
          <ac:cxnSpMkLst>
            <pc:docMk/>
            <pc:sldMk cId="0" sldId="333"/>
            <ac:cxnSpMk id="3" creationId="{472420D9-20DF-7FB4-E22E-CD549DDD6C9B}"/>
          </ac:cxnSpMkLst>
        </pc:cxnChg>
        <pc:cxnChg chg="add mod">
          <ac:chgData name="Nitin Bandgar" userId="b276492f-c07a-42eb-a13c-e4843a317808" providerId="ADAL" clId="{E551124A-9AA9-476C-B7D6-F7561B166245}" dt="2026-08-03T12:31:03.830" v="7212" actId="1038"/>
          <ac:cxnSpMkLst>
            <pc:docMk/>
            <pc:sldMk cId="0" sldId="333"/>
            <ac:cxnSpMk id="4" creationId="{F30BF991-930D-7691-8B17-0043F300A5A7}"/>
          </ac:cxnSpMkLst>
        </pc:cxnChg>
        <pc:cxnChg chg="add mod">
          <ac:chgData name="Nitin Bandgar" userId="b276492f-c07a-42eb-a13c-e4843a317808" providerId="ADAL" clId="{E551124A-9AA9-476C-B7D6-F7561B166245}" dt="2026-08-03T12:31:03.830" v="7212" actId="1038"/>
          <ac:cxnSpMkLst>
            <pc:docMk/>
            <pc:sldMk cId="0" sldId="333"/>
            <ac:cxnSpMk id="5" creationId="{BD7B51A1-E6E2-A56D-4A96-EB505E774DCA}"/>
          </ac:cxnSpMkLst>
        </pc:cxnChg>
      </pc:sldChg>
      <pc:sldChg chg="addSp modSp mod">
        <pc:chgData name="Nitin Bandgar" userId="b276492f-c07a-42eb-a13c-e4843a317808" providerId="ADAL" clId="{E551124A-9AA9-476C-B7D6-F7561B166245}" dt="2026-08-12T08:07:05.867" v="9208" actId="20577"/>
        <pc:sldMkLst>
          <pc:docMk/>
          <pc:sldMk cId="0" sldId="334"/>
        </pc:sldMkLst>
        <pc:spChg chg="add mod">
          <ac:chgData name="Nitin Bandgar" userId="b276492f-c07a-42eb-a13c-e4843a317808" providerId="ADAL" clId="{E551124A-9AA9-476C-B7D6-F7561B166245}" dt="2026-08-11T10:39:55.976" v="8137" actId="571"/>
          <ac:spMkLst>
            <pc:docMk/>
            <pc:sldMk cId="0" sldId="334"/>
            <ac:spMk id="5" creationId="{80E4455C-B425-8E67-3606-2A45C96060BB}"/>
          </ac:spMkLst>
        </pc:spChg>
        <pc:spChg chg="add mod">
          <ac:chgData name="Nitin Bandgar" userId="b276492f-c07a-42eb-a13c-e4843a317808" providerId="ADAL" clId="{E551124A-9AA9-476C-B7D6-F7561B166245}" dt="2026-08-11T10:39:55.976" v="8137" actId="571"/>
          <ac:spMkLst>
            <pc:docMk/>
            <pc:sldMk cId="0" sldId="334"/>
            <ac:spMk id="6" creationId="{D56E9A0F-CB92-F679-E5AF-F166D20E4710}"/>
          </ac:spMkLst>
        </pc:spChg>
        <pc:spChg chg="mod">
          <ac:chgData name="Nitin Bandgar" userId="b276492f-c07a-42eb-a13c-e4843a317808" providerId="ADAL" clId="{E551124A-9AA9-476C-B7D6-F7561B166245}" dt="2026-08-03T12:31:41.302" v="7213" actId="404"/>
          <ac:spMkLst>
            <pc:docMk/>
            <pc:sldMk cId="0" sldId="334"/>
            <ac:spMk id="32" creationId="{89918186-8B9D-2469-5244-079D4D99446F}"/>
          </ac:spMkLst>
        </pc:spChg>
        <pc:spChg chg="mod">
          <ac:chgData name="Nitin Bandgar" userId="b276492f-c07a-42eb-a13c-e4843a317808" providerId="ADAL" clId="{E551124A-9AA9-476C-B7D6-F7561B166245}" dt="2026-08-03T12:32:10.918" v="7229" actId="12789"/>
          <ac:spMkLst>
            <pc:docMk/>
            <pc:sldMk cId="0" sldId="334"/>
            <ac:spMk id="40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07:05.867" v="9208" actId="20577"/>
          <ac:spMkLst>
            <pc:docMk/>
            <pc:sldMk cId="0" sldId="334"/>
            <ac:spMk id="40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13.481" v="7230" actId="12789"/>
          <ac:spMkLst>
            <pc:docMk/>
            <pc:sldMk cId="0" sldId="334"/>
            <ac:spMk id="4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41:30.252" v="8289" actId="207"/>
          <ac:spMkLst>
            <pc:docMk/>
            <pc:sldMk cId="0" sldId="334"/>
            <ac:spMk id="41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16.096" v="7231" actId="12789"/>
          <ac:spMkLst>
            <pc:docMk/>
            <pc:sldMk cId="0" sldId="334"/>
            <ac:spMk id="4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41:30.252" v="8289" actId="207"/>
          <ac:spMkLst>
            <pc:docMk/>
            <pc:sldMk cId="0" sldId="334"/>
            <ac:spMk id="4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23.763" v="7234" actId="12789"/>
          <ac:spMkLst>
            <pc:docMk/>
            <pc:sldMk cId="0" sldId="334"/>
            <ac:spMk id="4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41:30.252" v="8289" actId="207"/>
          <ac:spMkLst>
            <pc:docMk/>
            <pc:sldMk cId="0" sldId="334"/>
            <ac:spMk id="4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2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2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2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3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3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3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4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3:02:52.487" v="7921" actId="20577"/>
          <ac:spMkLst>
            <pc:docMk/>
            <pc:sldMk cId="0" sldId="334"/>
            <ac:spMk id="44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03T12:32:52.530" v="7258" actId="403"/>
          <ac:spMkLst>
            <pc:docMk/>
            <pc:sldMk cId="0" sldId="334"/>
            <ac:spMk id="44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41:38.693" v="8293" actId="403"/>
          <ac:spMkLst>
            <pc:docMk/>
            <pc:sldMk cId="0" sldId="334"/>
            <ac:spMk id="45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41:57.039" v="8295" actId="113"/>
          <ac:spMkLst>
            <pc:docMk/>
            <pc:sldMk cId="0" sldId="334"/>
            <ac:spMk id="453" creationId="{00000000-0000-0000-0000-000000000000}"/>
          </ac:spMkLst>
        </pc:spChg>
        <pc:cxnChg chg="add mod">
          <ac:chgData name="Nitin Bandgar" userId="b276492f-c07a-42eb-a13c-e4843a317808" providerId="ADAL" clId="{E551124A-9AA9-476C-B7D6-F7561B166245}" dt="2026-08-03T12:52:45.137" v="7602" actId="1037"/>
          <ac:cxnSpMkLst>
            <pc:docMk/>
            <pc:sldMk cId="0" sldId="334"/>
            <ac:cxnSpMk id="2" creationId="{7F2AD506-C998-7B75-03FA-7E2C384BFCD7}"/>
          </ac:cxnSpMkLst>
        </pc:cxnChg>
        <pc:cxnChg chg="add mod">
          <ac:chgData name="Nitin Bandgar" userId="b276492f-c07a-42eb-a13c-e4843a317808" providerId="ADAL" clId="{E551124A-9AA9-476C-B7D6-F7561B166245}" dt="2026-08-03T12:52:50.398" v="7646" actId="1038"/>
          <ac:cxnSpMkLst>
            <pc:docMk/>
            <pc:sldMk cId="0" sldId="334"/>
            <ac:cxnSpMk id="3" creationId="{29174DBB-E5D3-F02C-19FB-D0DF5E4A12E4}"/>
          </ac:cxnSpMkLst>
        </pc:cxnChg>
        <pc:cxnChg chg="add mod">
          <ac:chgData name="Nitin Bandgar" userId="b276492f-c07a-42eb-a13c-e4843a317808" providerId="ADAL" clId="{E551124A-9AA9-476C-B7D6-F7561B166245}" dt="2026-08-03T12:52:55.075" v="7678" actId="1037"/>
          <ac:cxnSpMkLst>
            <pc:docMk/>
            <pc:sldMk cId="0" sldId="334"/>
            <ac:cxnSpMk id="4" creationId="{795A0A8C-9EA8-7C4E-5B42-04D926D6675F}"/>
          </ac:cxnSpMkLst>
        </pc:cxnChg>
      </pc:sldChg>
      <pc:sldChg chg="modSp add mod setBg">
        <pc:chgData name="Nitin Bandgar" userId="b276492f-c07a-42eb-a13c-e4843a317808" providerId="ADAL" clId="{E551124A-9AA9-476C-B7D6-F7561B166245}" dt="2026-08-11T10:27:53.937" v="8135" actId="113"/>
        <pc:sldMkLst>
          <pc:docMk/>
          <pc:sldMk cId="0" sldId="339"/>
        </pc:sldMkLst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0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0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24:18.260" v="8134" actId="20577"/>
          <ac:spMkLst>
            <pc:docMk/>
            <pc:sldMk cId="0" sldId="339"/>
            <ac:spMk id="10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0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1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1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1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2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0:33.262" v="8078" actId="403"/>
          <ac:spMkLst>
            <pc:docMk/>
            <pc:sldMk cId="0" sldId="339"/>
            <ac:spMk id="12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17:18.754" v="8130" actId="403"/>
          <ac:spMkLst>
            <pc:docMk/>
            <pc:sldMk cId="0" sldId="339"/>
            <ac:spMk id="12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27:53.937" v="8135" actId="113"/>
          <ac:spMkLst>
            <pc:docMk/>
            <pc:sldMk cId="0" sldId="339"/>
            <ac:spMk id="131" creationId="{00000000-0000-0000-0000-000000000000}"/>
          </ac:spMkLst>
        </pc:spChg>
        <pc:picChg chg="mod">
          <ac:chgData name="Nitin Bandgar" userId="b276492f-c07a-42eb-a13c-e4843a317808" providerId="ADAL" clId="{E551124A-9AA9-476C-B7D6-F7561B166245}" dt="2026-08-11T10:17:13.412" v="8125" actId="14100"/>
          <ac:picMkLst>
            <pc:docMk/>
            <pc:sldMk cId="0" sldId="339"/>
            <ac:picMk id="980" creationId="{00000000-0000-0000-0000-000000000000}"/>
          </ac:picMkLst>
        </pc:picChg>
      </pc:sldChg>
      <pc:sldChg chg="addSp delSp modSp add del mod setBg">
        <pc:chgData name="Nitin Bandgar" userId="b276492f-c07a-42eb-a13c-e4843a317808" providerId="ADAL" clId="{E551124A-9AA9-476C-B7D6-F7561B166245}" dt="2026-08-12T08:12:55.216" v="9240" actId="20577"/>
        <pc:sldMkLst>
          <pc:docMk/>
          <pc:sldMk cId="0" sldId="340"/>
        </pc:sldMkLst>
        <pc:spChg chg="mod">
          <ac:chgData name="Nitin Bandgar" userId="b276492f-c07a-42eb-a13c-e4843a317808" providerId="ADAL" clId="{E551124A-9AA9-476C-B7D6-F7561B166245}" dt="2026-08-12T08:07:53.216" v="9221" actId="20577"/>
          <ac:spMkLst>
            <pc:docMk/>
            <pc:sldMk cId="0" sldId="340"/>
            <ac:spMk id="32" creationId="{89918186-8B9D-2469-5244-079D4D99446F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3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08:15.719" v="9228" actId="20577"/>
          <ac:spMkLst>
            <pc:docMk/>
            <pc:sldMk cId="0" sldId="340"/>
            <ac:spMk id="13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3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4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4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4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4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5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08:21.011" v="9230" actId="20577"/>
          <ac:spMkLst>
            <pc:docMk/>
            <pc:sldMk cId="0" sldId="340"/>
            <ac:spMk id="15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04:21:08.408" v="8084" actId="403"/>
          <ac:spMkLst>
            <pc:docMk/>
            <pc:sldMk cId="0" sldId="340"/>
            <ac:spMk id="15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42:29.051" v="8302" actId="403"/>
          <ac:spMkLst>
            <pc:docMk/>
            <pc:sldMk cId="0" sldId="340"/>
            <ac:spMk id="16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12:55.216" v="9240" actId="20577"/>
          <ac:spMkLst>
            <pc:docMk/>
            <pc:sldMk cId="0" sldId="340"/>
            <ac:spMk id="163" creationId="{00000000-0000-0000-0000-000000000000}"/>
          </ac:spMkLst>
        </pc:spChg>
        <pc:picChg chg="add mod">
          <ac:chgData name="Nitin Bandgar" userId="b276492f-c07a-42eb-a13c-e4843a317808" providerId="ADAL" clId="{E551124A-9AA9-476C-B7D6-F7561B166245}" dt="2026-08-12T08:11:54.933" v="9236" actId="14100"/>
          <ac:picMkLst>
            <pc:docMk/>
            <pc:sldMk cId="0" sldId="340"/>
            <ac:picMk id="3" creationId="{9ECC4076-01A8-C063-EE10-F00BB85D59FD}"/>
          </ac:picMkLst>
        </pc:picChg>
        <pc:picChg chg="del mod">
          <ac:chgData name="Nitin Bandgar" userId="b276492f-c07a-42eb-a13c-e4843a317808" providerId="ADAL" clId="{E551124A-9AA9-476C-B7D6-F7561B166245}" dt="2026-08-12T08:07:43.582" v="9209" actId="478"/>
          <ac:picMkLst>
            <pc:docMk/>
            <pc:sldMk cId="0" sldId="340"/>
            <ac:picMk id="981" creationId="{00000000-0000-0000-0000-000000000000}"/>
          </ac:picMkLst>
        </pc:picChg>
      </pc:sldChg>
      <pc:sldChg chg="addSp delSp modSp add mod setBg">
        <pc:chgData name="Nitin Bandgar" userId="b276492f-c07a-42eb-a13c-e4843a317808" providerId="ADAL" clId="{E551124A-9AA9-476C-B7D6-F7561B166245}" dt="2026-08-12T08:29:12.565" v="9563" actId="20577"/>
        <pc:sldMkLst>
          <pc:docMk/>
          <pc:sldMk cId="0" sldId="341"/>
        </pc:sldMkLst>
        <pc:spChg chg="mod">
          <ac:chgData name="Nitin Bandgar" userId="b276492f-c07a-42eb-a13c-e4843a317808" providerId="ADAL" clId="{E551124A-9AA9-476C-B7D6-F7561B166245}" dt="2026-08-12T08:25:03.857" v="9318"/>
          <ac:spMkLst>
            <pc:docMk/>
            <pc:sldMk cId="0" sldId="341"/>
            <ac:spMk id="32" creationId="{89918186-8B9D-2469-5244-079D4D99446F}"/>
          </ac:spMkLst>
        </pc:spChg>
        <pc:spChg chg="mod">
          <ac:chgData name="Nitin Bandgar" userId="b276492f-c07a-42eb-a13c-e4843a317808" providerId="ADAL" clId="{E551124A-9AA9-476C-B7D6-F7561B166245}" dt="2026-08-11T11:08:20.869" v="8519" actId="1076"/>
          <ac:spMkLst>
            <pc:docMk/>
            <pc:sldMk cId="0" sldId="341"/>
            <ac:spMk id="16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1:08:20.869" v="8519" actId="1076"/>
          <ac:spMkLst>
            <pc:docMk/>
            <pc:sldMk cId="0" sldId="341"/>
            <ac:spMk id="16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25:17.095" v="9320"/>
          <ac:spMkLst>
            <pc:docMk/>
            <pc:sldMk cId="0" sldId="341"/>
            <ac:spMk id="17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26:56.704" v="9354" actId="14100"/>
          <ac:spMkLst>
            <pc:docMk/>
            <pc:sldMk cId="0" sldId="341"/>
            <ac:spMk id="17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1T10:50:30.927" v="8327" actId="403"/>
          <ac:spMkLst>
            <pc:docMk/>
            <pc:sldMk cId="0" sldId="341"/>
            <ac:spMk id="17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29:12.565" v="9563" actId="20577"/>
          <ac:spMkLst>
            <pc:docMk/>
            <pc:sldMk cId="0" sldId="341"/>
            <ac:spMk id="181" creationId="{00000000-0000-0000-0000-000000000000}"/>
          </ac:spMkLst>
        </pc:spChg>
        <pc:graphicFrameChg chg="mod modGraphic">
          <ac:chgData name="Nitin Bandgar" userId="b276492f-c07a-42eb-a13c-e4843a317808" providerId="ADAL" clId="{E551124A-9AA9-476C-B7D6-F7561B166245}" dt="2026-08-12T08:26:10.150" v="9346" actId="20577"/>
          <ac:graphicFrameMkLst>
            <pc:docMk/>
            <pc:sldMk cId="0" sldId="341"/>
            <ac:graphicFrameMk id="165" creationId="{00000000-0000-0000-0000-000000000000}"/>
          </ac:graphicFrameMkLst>
        </pc:graphicFrameChg>
        <pc:picChg chg="add mod">
          <ac:chgData name="Nitin Bandgar" userId="b276492f-c07a-42eb-a13c-e4843a317808" providerId="ADAL" clId="{E551124A-9AA9-476C-B7D6-F7561B166245}" dt="2026-08-12T08:14:15.602" v="9245" actId="14100"/>
          <ac:picMkLst>
            <pc:docMk/>
            <pc:sldMk cId="0" sldId="341"/>
            <ac:picMk id="3" creationId="{55E02FE4-4EEC-11C7-16AD-95ADA19906EB}"/>
          </ac:picMkLst>
        </pc:picChg>
        <pc:picChg chg="del mod">
          <ac:chgData name="Nitin Bandgar" userId="b276492f-c07a-42eb-a13c-e4843a317808" providerId="ADAL" clId="{E551124A-9AA9-476C-B7D6-F7561B166245}" dt="2026-08-12T08:14:11.443" v="9243" actId="478"/>
          <ac:picMkLst>
            <pc:docMk/>
            <pc:sldMk cId="0" sldId="341"/>
            <ac:picMk id="982" creationId="{00000000-0000-0000-0000-000000000000}"/>
          </ac:picMkLst>
        </pc:picChg>
      </pc:sldChg>
      <pc:sldChg chg="addSp delSp modSp add del mod setBg">
        <pc:chgData name="Nitin Bandgar" userId="b276492f-c07a-42eb-a13c-e4843a317808" providerId="ADAL" clId="{E551124A-9AA9-476C-B7D6-F7561B166245}" dt="2026-08-12T08:33:21.531" v="9615"/>
        <pc:sldMkLst>
          <pc:docMk/>
          <pc:sldMk cId="0" sldId="342"/>
        </pc:sldMkLst>
        <pc:spChg chg="mod">
          <ac:chgData name="Nitin Bandgar" userId="b276492f-c07a-42eb-a13c-e4843a317808" providerId="ADAL" clId="{E551124A-9AA9-476C-B7D6-F7561B166245}" dt="2026-08-12T08:29:33.333" v="9568"/>
          <ac:spMkLst>
            <pc:docMk/>
            <pc:sldMk cId="0" sldId="342"/>
            <ac:spMk id="32" creationId="{89918186-8B9D-2469-5244-079D4D99446F}"/>
          </ac:spMkLst>
        </pc:spChg>
        <pc:spChg chg="mod">
          <ac:chgData name="Nitin Bandgar" userId="b276492f-c07a-42eb-a13c-e4843a317808" providerId="ADAL" clId="{E551124A-9AA9-476C-B7D6-F7561B166245}" dt="2026-08-12T08:29:38.386" v="9569"/>
          <ac:spMkLst>
            <pc:docMk/>
            <pc:sldMk cId="0" sldId="342"/>
            <ac:spMk id="34" creationId="{422D7DF4-0D91-7C2A-D595-AEDA9CB4E6B8}"/>
          </ac:spMkLst>
        </pc:spChg>
        <pc:spChg chg="mod">
          <ac:chgData name="Nitin Bandgar" userId="b276492f-c07a-42eb-a13c-e4843a317808" providerId="ADAL" clId="{E551124A-9AA9-476C-B7D6-F7561B166245}" dt="2026-08-12T08:32:56.811" v="9604" actId="14100"/>
          <ac:spMkLst>
            <pc:docMk/>
            <pc:sldMk cId="0" sldId="342"/>
            <ac:spMk id="18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1:31.112" v="9571"/>
          <ac:spMkLst>
            <pc:docMk/>
            <pc:sldMk cId="0" sldId="342"/>
            <ac:spMk id="18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1:38.572" v="9574" actId="20577"/>
          <ac:spMkLst>
            <pc:docMk/>
            <pc:sldMk cId="0" sldId="342"/>
            <ac:spMk id="18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1:42.354" v="9575"/>
          <ac:spMkLst>
            <pc:docMk/>
            <pc:sldMk cId="0" sldId="342"/>
            <ac:spMk id="18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2:56.811" v="9604" actId="14100"/>
          <ac:spMkLst>
            <pc:docMk/>
            <pc:sldMk cId="0" sldId="342"/>
            <ac:spMk id="19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1:48.554" v="9576"/>
          <ac:spMkLst>
            <pc:docMk/>
            <pc:sldMk cId="0" sldId="342"/>
            <ac:spMk id="19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1:53.628" v="9581" actId="20577"/>
          <ac:spMkLst>
            <pc:docMk/>
            <pc:sldMk cId="0" sldId="342"/>
            <ac:spMk id="19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2:04.322" v="9591" actId="1035"/>
          <ac:spMkLst>
            <pc:docMk/>
            <pc:sldMk cId="0" sldId="342"/>
            <ac:spMk id="197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2:56.811" v="9604" actId="14100"/>
          <ac:spMkLst>
            <pc:docMk/>
            <pc:sldMk cId="0" sldId="342"/>
            <ac:spMk id="199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3:04.830" v="9613" actId="1036"/>
          <ac:spMkLst>
            <pc:docMk/>
            <pc:sldMk cId="0" sldId="342"/>
            <ac:spMk id="20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3:04.830" v="9613" actId="1036"/>
          <ac:spMkLst>
            <pc:docMk/>
            <pc:sldMk cId="0" sldId="342"/>
            <ac:spMk id="203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3:04.830" v="9613" actId="1036"/>
          <ac:spMkLst>
            <pc:docMk/>
            <pc:sldMk cId="0" sldId="342"/>
            <ac:spMk id="205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3:17.787" v="9614"/>
          <ac:spMkLst>
            <pc:docMk/>
            <pc:sldMk cId="0" sldId="342"/>
            <ac:spMk id="211" creationId="{00000000-0000-0000-0000-000000000000}"/>
          </ac:spMkLst>
        </pc:spChg>
        <pc:spChg chg="mod">
          <ac:chgData name="Nitin Bandgar" userId="b276492f-c07a-42eb-a13c-e4843a317808" providerId="ADAL" clId="{E551124A-9AA9-476C-B7D6-F7561B166245}" dt="2026-08-12T08:33:21.531" v="9615"/>
          <ac:spMkLst>
            <pc:docMk/>
            <pc:sldMk cId="0" sldId="342"/>
            <ac:spMk id="213" creationId="{00000000-0000-0000-0000-000000000000}"/>
          </ac:spMkLst>
        </pc:spChg>
        <pc:picChg chg="add mod">
          <ac:chgData name="Nitin Bandgar" userId="b276492f-c07a-42eb-a13c-e4843a317808" providerId="ADAL" clId="{E551124A-9AA9-476C-B7D6-F7561B166245}" dt="2026-08-12T08:29:29.579" v="9567" actId="14100"/>
          <ac:picMkLst>
            <pc:docMk/>
            <pc:sldMk cId="0" sldId="342"/>
            <ac:picMk id="3" creationId="{CB9594FF-205A-248B-354D-45558C6D6B24}"/>
          </ac:picMkLst>
        </pc:picChg>
        <pc:picChg chg="del mod">
          <ac:chgData name="Nitin Bandgar" userId="b276492f-c07a-42eb-a13c-e4843a317808" providerId="ADAL" clId="{E551124A-9AA9-476C-B7D6-F7561B166245}" dt="2026-08-12T08:29:24.911" v="9564" actId="478"/>
          <ac:picMkLst>
            <pc:docMk/>
            <pc:sldMk cId="0" sldId="342"/>
            <ac:picMk id="983" creationId="{00000000-0000-0000-0000-000000000000}"/>
          </ac:picMkLst>
        </pc:picChg>
      </pc:sldChg>
      <pc:sldChg chg="add del setBg">
        <pc:chgData name="Nitin Bandgar" userId="b276492f-c07a-42eb-a13c-e4843a317808" providerId="ADAL" clId="{E551124A-9AA9-476C-B7D6-F7561B166245}" dt="2026-08-11T04:21:39.577" v="8089" actId="47"/>
        <pc:sldMkLst>
          <pc:docMk/>
          <pc:sldMk cId="0" sldId="343"/>
        </pc:sldMkLst>
      </pc:sldChg>
      <pc:sldChg chg="addSp delSp modSp add mod ord setBg">
        <pc:chgData name="Nitin Bandgar" userId="b276492f-c07a-42eb-a13c-e4843a317808" providerId="ADAL" clId="{E551124A-9AA9-476C-B7D6-F7561B166245}" dt="2026-08-11T11:34:02.262" v="9067" actId="1035"/>
        <pc:sldMkLst>
          <pc:docMk/>
          <pc:sldMk cId="2156007051" sldId="343"/>
        </pc:sldMkLst>
        <pc:spChg chg="del">
          <ac:chgData name="Nitin Bandgar" userId="b276492f-c07a-42eb-a13c-e4843a317808" providerId="ADAL" clId="{E551124A-9AA9-476C-B7D6-F7561B166245}" dt="2026-08-11T11:20:13.327" v="8565" actId="478"/>
          <ac:spMkLst>
            <pc:docMk/>
            <pc:sldMk cId="2156007051" sldId="343"/>
            <ac:spMk id="3" creationId="{05BA0EBD-9193-4869-63D4-6F3E85BC406A}"/>
          </ac:spMkLst>
        </pc:spChg>
        <pc:spChg chg="add mod">
          <ac:chgData name="Nitin Bandgar" userId="b276492f-c07a-42eb-a13c-e4843a317808" providerId="ADAL" clId="{E551124A-9AA9-476C-B7D6-F7561B166245}" dt="2026-08-11T11:24:05.551" v="8771" actId="1076"/>
          <ac:spMkLst>
            <pc:docMk/>
            <pc:sldMk cId="2156007051" sldId="343"/>
            <ac:spMk id="4" creationId="{98E4253C-0F36-AD4D-BFBA-0FA16FAE8218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5" creationId="{A342A6AE-CCB2-DE9F-A57E-90F7E9CAAACB}"/>
          </ac:spMkLst>
        </pc:spChg>
        <pc:spChg chg="mod">
          <ac:chgData name="Nitin Bandgar" userId="b276492f-c07a-42eb-a13c-e4843a317808" providerId="ADAL" clId="{E551124A-9AA9-476C-B7D6-F7561B166245}" dt="2026-08-11T11:22:30.458" v="8680" actId="14100"/>
          <ac:spMkLst>
            <pc:docMk/>
            <pc:sldMk cId="2156007051" sldId="343"/>
            <ac:spMk id="7" creationId="{F8A7719B-ABD2-1B3C-D774-739DE94CD382}"/>
          </ac:spMkLst>
        </pc:spChg>
        <pc:spChg chg="mod">
          <ac:chgData name="Nitin Bandgar" userId="b276492f-c07a-42eb-a13c-e4843a317808" providerId="ADAL" clId="{E551124A-9AA9-476C-B7D6-F7561B166245}" dt="2026-08-11T11:32:47.292" v="9047" actId="20577"/>
          <ac:spMkLst>
            <pc:docMk/>
            <pc:sldMk cId="2156007051" sldId="343"/>
            <ac:spMk id="8" creationId="{8A5D2D07-29B5-8055-778C-3C694E269C45}"/>
          </ac:spMkLst>
        </pc:spChg>
        <pc:spChg chg="mod">
          <ac:chgData name="Nitin Bandgar" userId="b276492f-c07a-42eb-a13c-e4843a317808" providerId="ADAL" clId="{E551124A-9AA9-476C-B7D6-F7561B166245}" dt="2026-08-11T11:32:56.008" v="9049"/>
          <ac:spMkLst>
            <pc:docMk/>
            <pc:sldMk cId="2156007051" sldId="343"/>
            <ac:spMk id="9" creationId="{6734CF2D-8374-5DA3-0E2B-DC9039A77252}"/>
          </ac:spMkLst>
        </pc:spChg>
        <pc:spChg chg="mod">
          <ac:chgData name="Nitin Bandgar" userId="b276492f-c07a-42eb-a13c-e4843a317808" providerId="ADAL" clId="{E551124A-9AA9-476C-B7D6-F7561B166245}" dt="2026-08-11T11:21:25.518" v="8654" actId="1076"/>
          <ac:spMkLst>
            <pc:docMk/>
            <pc:sldMk cId="2156007051" sldId="343"/>
            <ac:spMk id="10" creationId="{47CCBD19-4B4E-CDF1-1422-C52DDF64C987}"/>
          </ac:spMkLst>
        </pc:spChg>
        <pc:spChg chg="mod">
          <ac:chgData name="Nitin Bandgar" userId="b276492f-c07a-42eb-a13c-e4843a317808" providerId="ADAL" clId="{E551124A-9AA9-476C-B7D6-F7561B166245}" dt="2026-08-11T11:21:25.518" v="8654" actId="1076"/>
          <ac:spMkLst>
            <pc:docMk/>
            <pc:sldMk cId="2156007051" sldId="343"/>
            <ac:spMk id="11" creationId="{A7A5EB33-CFAA-1B28-A81D-DF0559321CA5}"/>
          </ac:spMkLst>
        </pc:spChg>
        <pc:spChg chg="mod">
          <ac:chgData name="Nitin Bandgar" userId="b276492f-c07a-42eb-a13c-e4843a317808" providerId="ADAL" clId="{E551124A-9AA9-476C-B7D6-F7561B166245}" dt="2026-08-11T11:21:25.518" v="8654" actId="1076"/>
          <ac:spMkLst>
            <pc:docMk/>
            <pc:sldMk cId="2156007051" sldId="343"/>
            <ac:spMk id="12" creationId="{B501F32A-5E63-E513-1E9B-36C5B7E5A614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13" creationId="{F6607662-A5DE-C97B-85B7-A3833CEA7D10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14" creationId="{E17B4FC1-ECD8-9C16-9B05-7227C0C980E2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15" creationId="{74C0794A-B55B-F05A-EAFC-2A892E2886F2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16" creationId="{13888E29-2535-D913-813C-861B9B51898B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17" creationId="{C27A722B-A2A9-3F37-EACD-AE88F7CBD24E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18" creationId="{8C5CD24F-49FC-37BF-9F9B-ABE37E980620}"/>
          </ac:spMkLst>
        </pc:spChg>
        <pc:spChg chg="add del mod">
          <ac:chgData name="Nitin Bandgar" userId="b276492f-c07a-42eb-a13c-e4843a317808" providerId="ADAL" clId="{E551124A-9AA9-476C-B7D6-F7561B166245}" dt="2026-08-11T11:22:52.743" v="8693" actId="478"/>
          <ac:spMkLst>
            <pc:docMk/>
            <pc:sldMk cId="2156007051" sldId="343"/>
            <ac:spMk id="20" creationId="{03B1BA10-B579-B4AF-C1B3-E0803ED942C2}"/>
          </ac:spMkLst>
        </pc:spChg>
        <pc:spChg chg="mod">
          <ac:chgData name="Nitin Bandgar" userId="b276492f-c07a-42eb-a13c-e4843a317808" providerId="ADAL" clId="{E551124A-9AA9-476C-B7D6-F7561B166245}" dt="2026-08-11T11:19:53.033" v="8558" actId="20577"/>
          <ac:spMkLst>
            <pc:docMk/>
            <pc:sldMk cId="2156007051" sldId="343"/>
            <ac:spMk id="22" creationId="{33C89797-9FB8-7697-7170-AB6D31D1726A}"/>
          </ac:spMkLst>
        </pc:spChg>
        <pc:spChg chg="add del mod">
          <ac:chgData name="Nitin Bandgar" userId="b276492f-c07a-42eb-a13c-e4843a317808" providerId="ADAL" clId="{E551124A-9AA9-476C-B7D6-F7561B166245}" dt="2026-08-11T11:22:54.126" v="8694" actId="478"/>
          <ac:spMkLst>
            <pc:docMk/>
            <pc:sldMk cId="2156007051" sldId="343"/>
            <ac:spMk id="23" creationId="{FB04B5C5-500B-8106-8218-0CFDD287A782}"/>
          </ac:spMkLst>
        </pc:spChg>
        <pc:spChg chg="add mod">
          <ac:chgData name="Nitin Bandgar" userId="b276492f-c07a-42eb-a13c-e4843a317808" providerId="ADAL" clId="{E551124A-9AA9-476C-B7D6-F7561B166245}" dt="2026-08-11T11:23:08.008" v="8724" actId="1036"/>
          <ac:spMkLst>
            <pc:docMk/>
            <pc:sldMk cId="2156007051" sldId="343"/>
            <ac:spMk id="26" creationId="{763DCB84-1C9E-1F5B-894D-0F9CB4A5E33E}"/>
          </ac:spMkLst>
        </pc:spChg>
        <pc:spChg chg="add del mod">
          <ac:chgData name="Nitin Bandgar" userId="b276492f-c07a-42eb-a13c-e4843a317808" providerId="ADAL" clId="{E551124A-9AA9-476C-B7D6-F7561B166245}" dt="2026-08-11T11:22:59.470" v="8698" actId="478"/>
          <ac:spMkLst>
            <pc:docMk/>
            <pc:sldMk cId="2156007051" sldId="343"/>
            <ac:spMk id="28" creationId="{5F5FA304-96B2-04CA-BC51-E1FCF2C7B22A}"/>
          </ac:spMkLst>
        </pc:spChg>
        <pc:spChg chg="add del mod">
          <ac:chgData name="Nitin Bandgar" userId="b276492f-c07a-42eb-a13c-e4843a317808" providerId="ADAL" clId="{E551124A-9AA9-476C-B7D6-F7561B166245}" dt="2026-08-11T11:22:55.240" v="8695" actId="478"/>
          <ac:spMkLst>
            <pc:docMk/>
            <pc:sldMk cId="2156007051" sldId="343"/>
            <ac:spMk id="30" creationId="{73870456-24D6-6C9C-28F7-638C530E3647}"/>
          </ac:spMkLst>
        </pc:spChg>
        <pc:spChg chg="add mod">
          <ac:chgData name="Nitin Bandgar" userId="b276492f-c07a-42eb-a13c-e4843a317808" providerId="ADAL" clId="{E551124A-9AA9-476C-B7D6-F7561B166245}" dt="2026-08-11T11:23:11.808" v="8733" actId="1036"/>
          <ac:spMkLst>
            <pc:docMk/>
            <pc:sldMk cId="2156007051" sldId="343"/>
            <ac:spMk id="32" creationId="{818B2857-3242-FC16-1E6A-A5E6833EF036}"/>
          </ac:spMkLst>
        </pc:spChg>
        <pc:spChg chg="add del mod">
          <ac:chgData name="Nitin Bandgar" userId="b276492f-c07a-42eb-a13c-e4843a317808" providerId="ADAL" clId="{E551124A-9AA9-476C-B7D6-F7561B166245}" dt="2026-08-11T11:22:58.180" v="8697" actId="478"/>
          <ac:spMkLst>
            <pc:docMk/>
            <pc:sldMk cId="2156007051" sldId="343"/>
            <ac:spMk id="34" creationId="{EB527B6F-BC0F-6E78-70BE-05AF9D1E42B5}"/>
          </ac:spMkLst>
        </pc:spChg>
        <pc:spChg chg="add del mod">
          <ac:chgData name="Nitin Bandgar" userId="b276492f-c07a-42eb-a13c-e4843a317808" providerId="ADAL" clId="{E551124A-9AA9-476C-B7D6-F7561B166245}" dt="2026-08-11T11:22:56.345" v="8696" actId="478"/>
          <ac:spMkLst>
            <pc:docMk/>
            <pc:sldMk cId="2156007051" sldId="343"/>
            <ac:spMk id="36" creationId="{F8B8F444-8809-3F7A-2B94-8E5C5C9D369D}"/>
          </ac:spMkLst>
        </pc:spChg>
        <pc:spChg chg="add mod">
          <ac:chgData name="Nitin Bandgar" userId="b276492f-c07a-42eb-a13c-e4843a317808" providerId="ADAL" clId="{E551124A-9AA9-476C-B7D6-F7561B166245}" dt="2026-08-11T11:23:17.780" v="8738" actId="1035"/>
          <ac:spMkLst>
            <pc:docMk/>
            <pc:sldMk cId="2156007051" sldId="343"/>
            <ac:spMk id="38" creationId="{1704CA16-8912-C50E-4817-A7AF75E57297}"/>
          </ac:spMkLst>
        </pc:spChg>
        <pc:spChg chg="add mod">
          <ac:chgData name="Nitin Bandgar" userId="b276492f-c07a-42eb-a13c-e4843a317808" providerId="ADAL" clId="{E551124A-9AA9-476C-B7D6-F7561B166245}" dt="2026-08-11T11:30:19.321" v="9020" actId="1035"/>
          <ac:spMkLst>
            <pc:docMk/>
            <pc:sldMk cId="2156007051" sldId="343"/>
            <ac:spMk id="40" creationId="{AB55F253-08F2-185C-1B2B-53CCAC3DF4DB}"/>
          </ac:spMkLst>
        </pc:spChg>
        <pc:spChg chg="add mod">
          <ac:chgData name="Nitin Bandgar" userId="b276492f-c07a-42eb-a13c-e4843a317808" providerId="ADAL" clId="{E551124A-9AA9-476C-B7D6-F7561B166245}" dt="2026-08-11T11:33:24.719" v="9055"/>
          <ac:spMkLst>
            <pc:docMk/>
            <pc:sldMk cId="2156007051" sldId="343"/>
            <ac:spMk id="42" creationId="{224EF7FE-9F5A-B724-06F3-E58691595900}"/>
          </ac:spMkLst>
        </pc:spChg>
        <pc:spChg chg="add mod">
          <ac:chgData name="Nitin Bandgar" userId="b276492f-c07a-42eb-a13c-e4843a317808" providerId="ADAL" clId="{E551124A-9AA9-476C-B7D6-F7561B166245}" dt="2026-08-11T11:33:09.148" v="9051"/>
          <ac:spMkLst>
            <pc:docMk/>
            <pc:sldMk cId="2156007051" sldId="343"/>
            <ac:spMk id="44" creationId="{26E46B83-9576-B7BE-8E9C-D137386A3203}"/>
          </ac:spMkLst>
        </pc:spChg>
        <pc:spChg chg="add mod">
          <ac:chgData name="Nitin Bandgar" userId="b276492f-c07a-42eb-a13c-e4843a317808" providerId="ADAL" clId="{E551124A-9AA9-476C-B7D6-F7561B166245}" dt="2026-08-11T11:34:02.262" v="9067" actId="1035"/>
          <ac:spMkLst>
            <pc:docMk/>
            <pc:sldMk cId="2156007051" sldId="343"/>
            <ac:spMk id="46" creationId="{4558E69F-1DBD-4FAA-8AE2-2F7FC4CBFF06}"/>
          </ac:spMkLst>
        </pc:spChg>
        <pc:spChg chg="add mod">
          <ac:chgData name="Nitin Bandgar" userId="b276492f-c07a-42eb-a13c-e4843a317808" providerId="ADAL" clId="{E551124A-9AA9-476C-B7D6-F7561B166245}" dt="2026-08-11T11:33:32.274" v="9057"/>
          <ac:spMkLst>
            <pc:docMk/>
            <pc:sldMk cId="2156007051" sldId="343"/>
            <ac:spMk id="48" creationId="{F6FD9986-BCC5-B340-302D-208A1C0CBF4F}"/>
          </ac:spMkLst>
        </pc:spChg>
        <pc:spChg chg="add mod">
          <ac:chgData name="Nitin Bandgar" userId="b276492f-c07a-42eb-a13c-e4843a317808" providerId="ADAL" clId="{E551124A-9AA9-476C-B7D6-F7561B166245}" dt="2026-08-11T11:30:09.244" v="9017" actId="1035"/>
          <ac:spMkLst>
            <pc:docMk/>
            <pc:sldMk cId="2156007051" sldId="343"/>
            <ac:spMk id="50" creationId="{5F31C2A8-35E9-FEE7-65C3-6683693DF6C5}"/>
          </ac:spMkLst>
        </pc:spChg>
        <pc:spChg chg="add mod">
          <ac:chgData name="Nitin Bandgar" userId="b276492f-c07a-42eb-a13c-e4843a317808" providerId="ADAL" clId="{E551124A-9AA9-476C-B7D6-F7561B166245}" dt="2026-08-11T11:29:33.739" v="9005" actId="12789"/>
          <ac:spMkLst>
            <pc:docMk/>
            <pc:sldMk cId="2156007051" sldId="343"/>
            <ac:spMk id="52" creationId="{38B4E22D-094C-C694-C9CB-AF62908CB487}"/>
          </ac:spMkLst>
        </pc:spChg>
        <pc:spChg chg="add mod">
          <ac:chgData name="Nitin Bandgar" userId="b276492f-c07a-42eb-a13c-e4843a317808" providerId="ADAL" clId="{E551124A-9AA9-476C-B7D6-F7561B166245}" dt="2026-08-11T11:34:02.262" v="9067" actId="1035"/>
          <ac:spMkLst>
            <pc:docMk/>
            <pc:sldMk cId="2156007051" sldId="343"/>
            <ac:spMk id="54" creationId="{8C2DF234-106C-1D7C-D6BB-F1A1AC99B5D1}"/>
          </ac:spMkLst>
        </pc:spChg>
        <pc:spChg chg="del mod">
          <ac:chgData name="Nitin Bandgar" userId="b276492f-c07a-42eb-a13c-e4843a317808" providerId="ADAL" clId="{E551124A-9AA9-476C-B7D6-F7561B166245}" dt="2026-08-11T11:24:25.285" v="8825" actId="478"/>
          <ac:spMkLst>
            <pc:docMk/>
            <pc:sldMk cId="2156007051" sldId="343"/>
            <ac:spMk id="311" creationId="{E58AD3D0-9870-3BA0-1E16-2B4BBD963A49}"/>
          </ac:spMkLst>
        </pc:spChg>
        <pc:spChg chg="del mod">
          <ac:chgData name="Nitin Bandgar" userId="b276492f-c07a-42eb-a13c-e4843a317808" providerId="ADAL" clId="{E551124A-9AA9-476C-B7D6-F7561B166245}" dt="2026-08-11T11:24:24.532" v="8824" actId="478"/>
          <ac:spMkLst>
            <pc:docMk/>
            <pc:sldMk cId="2156007051" sldId="343"/>
            <ac:spMk id="313" creationId="{9D6FBBF7-379C-F100-DCB5-9F67AED78E0C}"/>
          </ac:spMkLst>
        </pc:spChg>
        <pc:spChg chg="del mod">
          <ac:chgData name="Nitin Bandgar" userId="b276492f-c07a-42eb-a13c-e4843a317808" providerId="ADAL" clId="{E551124A-9AA9-476C-B7D6-F7561B166245}" dt="2026-08-11T11:24:26.881" v="8826" actId="478"/>
          <ac:spMkLst>
            <pc:docMk/>
            <pc:sldMk cId="2156007051" sldId="343"/>
            <ac:spMk id="315" creationId="{D95869BC-31FE-E0C7-4CB3-6B4CA08CF768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317" creationId="{C34CEAAE-C1E3-FEF2-1168-7DEFAB3114A9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319" creationId="{5D3B0C62-F50B-3FB2-CF02-A1265B8291B8}"/>
          </ac:spMkLst>
        </pc:spChg>
        <pc:spChg chg="del">
          <ac:chgData name="Nitin Bandgar" userId="b276492f-c07a-42eb-a13c-e4843a317808" providerId="ADAL" clId="{E551124A-9AA9-476C-B7D6-F7561B166245}" dt="2026-08-11T11:20:09.669" v="8564" actId="478"/>
          <ac:spMkLst>
            <pc:docMk/>
            <pc:sldMk cId="2156007051" sldId="343"/>
            <ac:spMk id="321" creationId="{02283ECB-6A57-CD7B-31F6-263217DAD957}"/>
          </ac:spMkLst>
        </pc:spChg>
        <pc:spChg chg="mod">
          <ac:chgData name="Nitin Bandgar" userId="b276492f-c07a-42eb-a13c-e4843a317808" providerId="ADAL" clId="{E551124A-9AA9-476C-B7D6-F7561B166245}" dt="2026-08-11T11:30:52.653" v="9038" actId="20577"/>
          <ac:spMkLst>
            <pc:docMk/>
            <pc:sldMk cId="2156007051" sldId="343"/>
            <ac:spMk id="327" creationId="{EEA65C36-9314-6716-2773-011544152FFD}"/>
          </ac:spMkLst>
        </pc:spChg>
        <pc:spChg chg="mod">
          <ac:chgData name="Nitin Bandgar" userId="b276492f-c07a-42eb-a13c-e4843a317808" providerId="ADAL" clId="{E551124A-9AA9-476C-B7D6-F7561B166245}" dt="2026-08-11T11:33:45.895" v="9060" actId="242"/>
          <ac:spMkLst>
            <pc:docMk/>
            <pc:sldMk cId="2156007051" sldId="343"/>
            <ac:spMk id="329" creationId="{B09E0386-1F3F-8EA5-239C-AFF916338C95}"/>
          </ac:spMkLst>
        </pc:spChg>
      </pc:sldChg>
      <pc:sldChg chg="delSp modSp add mod">
        <pc:chgData name="Nitin Bandgar" userId="b276492f-c07a-42eb-a13c-e4843a317808" providerId="ADAL" clId="{E551124A-9AA9-476C-B7D6-F7561B166245}" dt="2026-08-11T11:43:19.843" v="9184"/>
        <pc:sldMkLst>
          <pc:docMk/>
          <pc:sldMk cId="3258666304" sldId="344"/>
        </pc:sldMkLst>
        <pc:spChg chg="mod">
          <ac:chgData name="Nitin Bandgar" userId="b276492f-c07a-42eb-a13c-e4843a317808" providerId="ADAL" clId="{E551124A-9AA9-476C-B7D6-F7561B166245}" dt="2026-08-11T11:37:23.143" v="9147" actId="1036"/>
          <ac:spMkLst>
            <pc:docMk/>
            <pc:sldMk cId="3258666304" sldId="344"/>
            <ac:spMk id="4" creationId="{8812AC6C-7A23-5D91-4925-FD37EBD1286A}"/>
          </ac:spMkLst>
        </pc:spChg>
        <pc:spChg chg="mod">
          <ac:chgData name="Nitin Bandgar" userId="b276492f-c07a-42eb-a13c-e4843a317808" providerId="ADAL" clId="{E551124A-9AA9-476C-B7D6-F7561B166245}" dt="2026-08-11T11:37:19.732" v="9141" actId="14100"/>
          <ac:spMkLst>
            <pc:docMk/>
            <pc:sldMk cId="3258666304" sldId="344"/>
            <ac:spMk id="7" creationId="{F90CF860-CA26-91EC-9087-4FF03D75D965}"/>
          </ac:spMkLst>
        </pc:spChg>
        <pc:spChg chg="mod">
          <ac:chgData name="Nitin Bandgar" userId="b276492f-c07a-42eb-a13c-e4843a317808" providerId="ADAL" clId="{E551124A-9AA9-476C-B7D6-F7561B166245}" dt="2026-08-11T11:37:29.050" v="9153" actId="1036"/>
          <ac:spMkLst>
            <pc:docMk/>
            <pc:sldMk cId="3258666304" sldId="344"/>
            <ac:spMk id="8" creationId="{181E614F-D486-9056-1A75-180E21E94B24}"/>
          </ac:spMkLst>
        </pc:spChg>
        <pc:spChg chg="mod">
          <ac:chgData name="Nitin Bandgar" userId="b276492f-c07a-42eb-a13c-e4843a317808" providerId="ADAL" clId="{E551124A-9AA9-476C-B7D6-F7561B166245}" dt="2026-08-11T11:42:54.114" v="9176"/>
          <ac:spMkLst>
            <pc:docMk/>
            <pc:sldMk cId="3258666304" sldId="344"/>
            <ac:spMk id="9" creationId="{D8D6DAA0-1EF1-B3B3-97DF-D1476DA159E6}"/>
          </ac:spMkLst>
        </pc:spChg>
        <pc:spChg chg="mod">
          <ac:chgData name="Nitin Bandgar" userId="b276492f-c07a-42eb-a13c-e4843a317808" providerId="ADAL" clId="{E551124A-9AA9-476C-B7D6-F7561B166245}" dt="2026-08-11T11:34:25.291" v="9074" actId="20577"/>
          <ac:spMkLst>
            <pc:docMk/>
            <pc:sldMk cId="3258666304" sldId="344"/>
            <ac:spMk id="22" creationId="{048584F3-ED9E-F8AA-D964-A921850C3C97}"/>
          </ac:spMkLst>
        </pc:spChg>
        <pc:spChg chg="mod">
          <ac:chgData name="Nitin Bandgar" userId="b276492f-c07a-42eb-a13c-e4843a317808" providerId="ADAL" clId="{E551124A-9AA9-476C-B7D6-F7561B166245}" dt="2026-08-11T11:37:23.143" v="9147" actId="1036"/>
          <ac:spMkLst>
            <pc:docMk/>
            <pc:sldMk cId="3258666304" sldId="344"/>
            <ac:spMk id="26" creationId="{1C77AF35-BFFA-D4E5-6336-5BD5B9464B06}"/>
          </ac:spMkLst>
        </pc:spChg>
        <pc:spChg chg="mod">
          <ac:chgData name="Nitin Bandgar" userId="b276492f-c07a-42eb-a13c-e4843a317808" providerId="ADAL" clId="{E551124A-9AA9-476C-B7D6-F7561B166245}" dt="2026-08-11T11:37:23.143" v="9147" actId="1036"/>
          <ac:spMkLst>
            <pc:docMk/>
            <pc:sldMk cId="3258666304" sldId="344"/>
            <ac:spMk id="32" creationId="{6A04E681-77C4-77C1-D96D-B93F63CE77D2}"/>
          </ac:spMkLst>
        </pc:spChg>
        <pc:spChg chg="del">
          <ac:chgData name="Nitin Bandgar" userId="b276492f-c07a-42eb-a13c-e4843a317808" providerId="ADAL" clId="{E551124A-9AA9-476C-B7D6-F7561B166245}" dt="2026-08-11T11:36:41.646" v="9096" actId="478"/>
          <ac:spMkLst>
            <pc:docMk/>
            <pc:sldMk cId="3258666304" sldId="344"/>
            <ac:spMk id="38" creationId="{12C53514-FFA0-B587-DAFE-6963EA2A0B3C}"/>
          </ac:spMkLst>
        </pc:spChg>
        <pc:spChg chg="mod">
          <ac:chgData name="Nitin Bandgar" userId="b276492f-c07a-42eb-a13c-e4843a317808" providerId="ADAL" clId="{E551124A-9AA9-476C-B7D6-F7561B166245}" dt="2026-08-11T11:37:42.831" v="9173" actId="1036"/>
          <ac:spMkLst>
            <pc:docMk/>
            <pc:sldMk cId="3258666304" sldId="344"/>
            <ac:spMk id="40" creationId="{DCBB9890-7A9D-649C-8A74-8B03749BE069}"/>
          </ac:spMkLst>
        </pc:spChg>
        <pc:spChg chg="mod">
          <ac:chgData name="Nitin Bandgar" userId="b276492f-c07a-42eb-a13c-e4843a317808" providerId="ADAL" clId="{E551124A-9AA9-476C-B7D6-F7561B166245}" dt="2026-08-11T11:43:13.026" v="9182"/>
          <ac:spMkLst>
            <pc:docMk/>
            <pc:sldMk cId="3258666304" sldId="344"/>
            <ac:spMk id="42" creationId="{2B544B13-39C8-9F88-DEC2-3D18FB1D4591}"/>
          </ac:spMkLst>
        </pc:spChg>
        <pc:spChg chg="mod">
          <ac:chgData name="Nitin Bandgar" userId="b276492f-c07a-42eb-a13c-e4843a317808" providerId="ADAL" clId="{E551124A-9AA9-476C-B7D6-F7561B166245}" dt="2026-08-11T11:43:00.399" v="9178"/>
          <ac:spMkLst>
            <pc:docMk/>
            <pc:sldMk cId="3258666304" sldId="344"/>
            <ac:spMk id="44" creationId="{B0D1A911-94FA-36F8-207F-E052FA641009}"/>
          </ac:spMkLst>
        </pc:spChg>
        <pc:spChg chg="mod">
          <ac:chgData name="Nitin Bandgar" userId="b276492f-c07a-42eb-a13c-e4843a317808" providerId="ADAL" clId="{E551124A-9AA9-476C-B7D6-F7561B166245}" dt="2026-08-11T11:43:05.635" v="9180"/>
          <ac:spMkLst>
            <pc:docMk/>
            <pc:sldMk cId="3258666304" sldId="344"/>
            <ac:spMk id="46" creationId="{20481691-DF24-1F9C-10EA-0AF56C306408}"/>
          </ac:spMkLst>
        </pc:spChg>
        <pc:spChg chg="del">
          <ac:chgData name="Nitin Bandgar" userId="b276492f-c07a-42eb-a13c-e4843a317808" providerId="ADAL" clId="{E551124A-9AA9-476C-B7D6-F7561B166245}" dt="2026-08-11T11:36:41.646" v="9096" actId="478"/>
          <ac:spMkLst>
            <pc:docMk/>
            <pc:sldMk cId="3258666304" sldId="344"/>
            <ac:spMk id="48" creationId="{71F4D0B0-CF0B-A8EB-5592-3B43D6B9DA0A}"/>
          </ac:spMkLst>
        </pc:spChg>
        <pc:spChg chg="del">
          <ac:chgData name="Nitin Bandgar" userId="b276492f-c07a-42eb-a13c-e4843a317808" providerId="ADAL" clId="{E551124A-9AA9-476C-B7D6-F7561B166245}" dt="2026-08-11T11:36:41.646" v="9096" actId="478"/>
          <ac:spMkLst>
            <pc:docMk/>
            <pc:sldMk cId="3258666304" sldId="344"/>
            <ac:spMk id="50" creationId="{53E9DF31-2E91-70AA-DE2A-4195B50DCAF2}"/>
          </ac:spMkLst>
        </pc:spChg>
        <pc:spChg chg="mod">
          <ac:chgData name="Nitin Bandgar" userId="b276492f-c07a-42eb-a13c-e4843a317808" providerId="ADAL" clId="{E551124A-9AA9-476C-B7D6-F7561B166245}" dt="2026-08-11T11:37:33.991" v="9158" actId="1036"/>
          <ac:spMkLst>
            <pc:docMk/>
            <pc:sldMk cId="3258666304" sldId="344"/>
            <ac:spMk id="52" creationId="{C73F415E-F63A-29BE-8F6B-00656F24969F}"/>
          </ac:spMkLst>
        </pc:spChg>
        <pc:spChg chg="mod">
          <ac:chgData name="Nitin Bandgar" userId="b276492f-c07a-42eb-a13c-e4843a317808" providerId="ADAL" clId="{E551124A-9AA9-476C-B7D6-F7561B166245}" dt="2026-08-11T11:37:39.018" v="9166" actId="1036"/>
          <ac:spMkLst>
            <pc:docMk/>
            <pc:sldMk cId="3258666304" sldId="344"/>
            <ac:spMk id="54" creationId="{A43AFC50-D055-FB30-064D-D8D4C6390704}"/>
          </ac:spMkLst>
        </pc:spChg>
        <pc:spChg chg="mod">
          <ac:chgData name="Nitin Bandgar" userId="b276492f-c07a-42eb-a13c-e4843a317808" providerId="ADAL" clId="{E551124A-9AA9-476C-B7D6-F7561B166245}" dt="2026-08-11T11:36:55.230" v="9120" actId="14100"/>
          <ac:spMkLst>
            <pc:docMk/>
            <pc:sldMk cId="3258666304" sldId="344"/>
            <ac:spMk id="323" creationId="{484E979C-A57D-E5EC-EEBD-271966575A51}"/>
          </ac:spMkLst>
        </pc:spChg>
        <pc:spChg chg="mod">
          <ac:chgData name="Nitin Bandgar" userId="b276492f-c07a-42eb-a13c-e4843a317808" providerId="ADAL" clId="{E551124A-9AA9-476C-B7D6-F7561B166245}" dt="2026-08-11T11:37:09.370" v="9137" actId="1035"/>
          <ac:spMkLst>
            <pc:docMk/>
            <pc:sldMk cId="3258666304" sldId="344"/>
            <ac:spMk id="325" creationId="{D0524DA1-3F52-1838-28B9-BC3DD7575B54}"/>
          </ac:spMkLst>
        </pc:spChg>
        <pc:spChg chg="mod">
          <ac:chgData name="Nitin Bandgar" userId="b276492f-c07a-42eb-a13c-e4843a317808" providerId="ADAL" clId="{E551124A-9AA9-476C-B7D6-F7561B166245}" dt="2026-08-11T11:37:02.441" v="9124" actId="1076"/>
          <ac:spMkLst>
            <pc:docMk/>
            <pc:sldMk cId="3258666304" sldId="344"/>
            <ac:spMk id="327" creationId="{181D8C65-6BBE-268E-F486-710ED9996A53}"/>
          </ac:spMkLst>
        </pc:spChg>
        <pc:spChg chg="mod">
          <ac:chgData name="Nitin Bandgar" userId="b276492f-c07a-42eb-a13c-e4843a317808" providerId="ADAL" clId="{E551124A-9AA9-476C-B7D6-F7561B166245}" dt="2026-08-11T11:43:19.843" v="9184"/>
          <ac:spMkLst>
            <pc:docMk/>
            <pc:sldMk cId="3258666304" sldId="344"/>
            <ac:spMk id="329" creationId="{91FD4CDD-2F13-61EB-C7AD-C7A5652108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15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Welcome — this is our point of view on LLM Tokenomics: the economics of tokens.</a:t>
            </a:r>
          </a:p>
          <a:p>
            <a:pPr marL="0" indent="0">
              <a:buNone/>
            </a:pPr>
            <a:r>
              <a:rPr lang="en-US" sz="1200" dirty="0"/>
              <a:t>• Promise of the next 40 minutes: understand what a token costs to make, why bills explode anyway, and what to do about it.</a:t>
            </a:r>
          </a:p>
          <a:p>
            <a:pPr marL="0" indent="0">
              <a:buNone/>
            </a:pPr>
            <a:r>
              <a:rPr lang="en-US" sz="1200" dirty="0"/>
              <a:t>• → Start with the one paradox that frames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The core tension: unit prices fall ~10× a year, yet enterprise API spend passed $8.4B in 2025 and is doubling again in 2026.</a:t>
            </a:r>
          </a:p>
          <a:p>
            <a:pPr marL="0" indent="0">
              <a:buNone/>
            </a:pPr>
            <a:r>
              <a:rPr lang="en-US" sz="1200" dirty="0"/>
              <a:t>• This is Jevons paradox, not a contradiction: cheaper tokens unlock agentic workloads that burn 5–30× more tokens per task.</a:t>
            </a:r>
          </a:p>
          <a:p>
            <a:pPr marL="0" indent="0">
              <a:buNone/>
            </a:pPr>
            <a:r>
              <a:rPr lang="en-US" sz="1200" dirty="0"/>
              <a:t>• 40–60% of enterprise token spend is removable waste — that is the opportunity.</a:t>
            </a:r>
          </a:p>
          <a:p>
            <a:pPr marL="0" indent="0">
              <a:buNone/>
            </a:pPr>
            <a:r>
              <a:rPr lang="en-US" sz="1200" dirty="0"/>
              <a:t>• Takeaway to land: treat tokens as a managed resource — meter, route, cache, batch — then reinvest savings in scale.</a:t>
            </a:r>
          </a:p>
          <a:p>
            <a:pPr marL="0" indent="0">
              <a:buNone/>
            </a:pPr>
            <a:r>
              <a:rPr lang="en-US" sz="1200" dirty="0"/>
              <a:t>• → Here is the journey we'll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Eight chapters: how tokens are made, how they're priced, what they cost to produce, open vs proprietary, why bills explode, the optimisation playbook, FinOps, and where this goes by 2030.</a:t>
            </a:r>
          </a:p>
          <a:p>
            <a:pPr marL="0" indent="0">
              <a:buNone/>
            </a:pPr>
            <a:r>
              <a:rPr lang="en-US" sz="1200" dirty="0"/>
              <a:t>• The first three chapters build the supply-side foundation; the back half is what you should do on the demand side.</a:t>
            </a:r>
          </a:p>
          <a:p>
            <a:pPr marL="0" indent="0">
              <a:buNone/>
            </a:pPr>
            <a:r>
              <a:rPr lang="en-US" sz="1200" dirty="0"/>
              <a:t>• → Chapter 1: the machine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 — keep it short: you can't manage token cost without a mental model of how tokens get made.</a:t>
            </a:r>
          </a:p>
          <a:p>
            <a:pPr marL="0" indent="0">
              <a:buNone/>
            </a:pPr>
            <a:r>
              <a:rPr lang="en-US" sz="1200" dirty="0"/>
              <a:t>• → Two slides of anatomy, then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An LLM is mechanically simple: a next-token predictor run billions of times.</a:t>
            </a:r>
          </a:p>
          <a:p>
            <a:pPr marL="0" indent="0">
              <a:buNone/>
            </a:pPr>
            <a:r>
              <a:rPr lang="en-US" sz="1200" dirty="0"/>
              <a:t>• Walk the pipeline: tokenizer (vocabulary design silently changes bills ~20% between model families), embeddings, transformer layers (the parameters), output head — then the loop repeats per output token.</a:t>
            </a:r>
          </a:p>
          <a:p>
            <a:pPr marL="0" indent="0">
              <a:buNone/>
            </a:pPr>
            <a:r>
              <a:rPr lang="en-US" sz="1200" dirty="0"/>
              <a:t>• The two memory boxes are the commercial heart: weights are read per decoded token; the KV cache holds attention state and is the scarce serving resource.</a:t>
            </a:r>
          </a:p>
          <a:p>
            <a:pPr marL="0" indent="0">
              <a:buNone/>
            </a:pPr>
            <a:r>
              <a:rPr lang="en-US" sz="1200" dirty="0"/>
              <a:t>• MoE and quantisation — activating fewer parameters, moving fewer bytes — are why 2025–26 models got cheaper without getting worse.</a:t>
            </a:r>
          </a:p>
          <a:p>
            <a:pPr marL="0" indent="0">
              <a:buNone/>
            </a:pPr>
            <a:r>
              <a:rPr lang="en-US" sz="1200" dirty="0"/>
              <a:t>• → Now follow one request through the serving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9B2A-2B68-BF22-0BE8-8A28CF57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C58C4-D35B-4ADA-C6E8-1C824FB77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B3E90-2B34-332F-FBBB-3C2B3B36F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Four stages: tokenize, prefill, decode, stream — and you pay in both directions.</a:t>
            </a:r>
          </a:p>
          <a:p>
            <a:pPr marL="0" indent="0">
              <a:buNone/>
            </a:pPr>
            <a:r>
              <a:rPr lang="en-US" sz="1200" dirty="0"/>
              <a:t>• Prefill processes the whole prompt in one parallel pass; decode generates one token at a time.</a:t>
            </a:r>
          </a:p>
          <a:p>
            <a:pPr marL="0" indent="0">
              <a:buNone/>
            </a:pPr>
            <a:r>
              <a:rPr lang="en-US" sz="1200" dirty="0"/>
              <a:t>• → That asymmetry is the first law of token pricing.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CECFB-7B6F-C53A-99B3-F533FAC8A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85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Output tokens cost 3–8× input everywhere — physics, not marketing: prefill is compute-bound and parallel; decode pays a full memory pass per token.</a:t>
            </a:r>
          </a:p>
          <a:p>
            <a:pPr marL="0" indent="0">
              <a:buNone/>
            </a:pPr>
            <a:r>
              <a:rPr lang="en-US" sz="1200" dirty="0"/>
              <a:t>• Same physics makes caching honest: a cached prefix's KV state is kept warm, so ~90% discounts on repeat input are sustainable for providers.</a:t>
            </a:r>
          </a:p>
          <a:p>
            <a:pPr marL="0" indent="0">
              <a:buNone/>
            </a:pPr>
            <a:r>
              <a:rPr lang="en-US" sz="1200" dirty="0"/>
              <a:t>• Practical reading: control output length and reuse prompt prefixes — the two cheapest optimisations that exist.</a:t>
            </a:r>
          </a:p>
          <a:p>
            <a:pPr marL="0" indent="0">
              <a:buNone/>
            </a:pPr>
            <a:r>
              <a:rPr lang="en-US" sz="1200" dirty="0"/>
              <a:t>• → Three concepts to keep for the rest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Context window: everything re-sent and re-billed every turn. KV cache: why long context carries a surcharge. Parameters × precision: bytes per token = the cost floor.</a:t>
            </a:r>
          </a:p>
          <a:p>
            <a:pPr marL="0" indent="0">
              <a:buNone/>
            </a:pPr>
            <a:r>
              <a:rPr lang="en-US" sz="1200" dirty="0"/>
              <a:t>• If the audience remembers only one: the context window is a bill, not a feature.</a:t>
            </a:r>
          </a:p>
          <a:p>
            <a:pPr marL="0" indent="0">
              <a:buNone/>
            </a:pPr>
            <a:r>
              <a:rPr lang="en-US" sz="1200" dirty="0"/>
              <a:t>• → Now, how the market actually charges.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opener: five pricing models, the current price table, and the deflation trend underneath.</a:t>
            </a:r>
          </a:p>
          <a:p>
            <a:pPr marL="0" indent="0">
              <a:buNone/>
            </a:pPr>
            <a:r>
              <a:rPr lang="en-US" sz="1200" dirty="0"/>
              <a:t>• → The five 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Five meters, usually layered: seats, tokens, requests, GPU-hours, fine-tuning.</a:t>
            </a:r>
          </a:p>
          <a:p>
            <a:pPr marL="0" indent="0">
              <a:buNone/>
            </a:pPr>
            <a:r>
              <a:rPr lang="en-US" sz="1200" dirty="0"/>
              <a:t>• Any real deployment runs several simultaneously — the first step of any cost review is knowing which meters are running.</a:t>
            </a:r>
          </a:p>
          <a:p>
            <a:pPr marL="0" indent="0">
              <a:buNone/>
            </a:pPr>
            <a:r>
              <a:rPr lang="en-US" sz="1200" dirty="0"/>
              <a:t>• Per-token API is the dominant developer tariff — the centre of gravity of this deck.</a:t>
            </a:r>
          </a:p>
          <a:p>
            <a:pPr marL="0" indent="0">
              <a:buNone/>
            </a:pPr>
            <a:r>
              <a:rPr lang="en-US" sz="1200" dirty="0"/>
              <a:t>• → What tokens list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Anchor numbers, mid-2026: frontier ~$10 in / $30 out; value tiers under a dollar; hosted open models from $0.06.</a:t>
            </a:r>
          </a:p>
          <a:p>
            <a:pPr marL="0" indent="0">
              <a:buNone/>
            </a:pPr>
            <a:r>
              <a:rPr lang="en-US" sz="1200" dirty="0"/>
              <a:t>• The headline: a 100–500× quality-adjusted spread — the widest price dispersion of any input an enterprise buys.</a:t>
            </a:r>
          </a:p>
          <a:p>
            <a:pPr marL="0" indent="0">
              <a:buNone/>
            </a:pPr>
            <a:r>
              <a:rPr lang="en-US" sz="1200" dirty="0"/>
              <a:t>• These reprice monthly — treat as structure, not procurement data.</a:t>
            </a:r>
          </a:p>
          <a:p>
            <a:pPr marL="0" indent="0">
              <a:buNone/>
            </a:pPr>
            <a:r>
              <a:rPr lang="en-US" sz="1200" dirty="0"/>
              <a:t>• → Tokens aren't the whole bill though.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Beyond tokens: per-request tool surcharges, GPU-hours for dedicated capacity, fine-tuning fees.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LLMflation: GPT-4-class capability fell from $20+ (2022) to ~$0.60 (2026) — roughly 10× a year, faster than PC-era compute or dot-com bandwidth.</a:t>
            </a:r>
          </a:p>
          <a:p>
            <a:pPr marL="0" indent="0">
              <a:buNone/>
            </a:pPr>
            <a:r>
              <a:rPr lang="en-US" sz="1200" dirty="0"/>
              <a:t>• Four stacked drivers: new silicon, model architecture (MoE, distillation), serving software (batching, paged KV), and open-weight competition.</a:t>
            </a:r>
          </a:p>
          <a:p>
            <a:pPr marL="0" indent="0">
              <a:buNone/>
            </a:pPr>
            <a:r>
              <a:rPr lang="en-US" sz="1200" dirty="0"/>
              <a:t>• Never hard-code a model choice: whatever you locked in last year is mispriced today.</a:t>
            </a:r>
          </a:p>
          <a:p>
            <a:pPr marL="0" indent="0">
              <a:buNone/>
            </a:pPr>
            <a:r>
              <a:rPr lang="en-US" sz="1200" dirty="0"/>
              <a:t>• → So what does a token actually cost to produce?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opener: build the supplier's cost stack from first principles — training, energy, inference.</a:t>
            </a:r>
          </a:p>
          <a:p>
            <a:pPr marL="0" indent="0">
              <a:buNone/>
            </a:pPr>
            <a:r>
              <a:rPr lang="en-US" sz="1200" dirty="0"/>
              <a:t>• → Training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The pyramid: inference COGS at the base (GPU depreciation ~50–60% of serving cost), then energy and ops, then training amortisation, then margin &amp; R&amp;D.</a:t>
            </a:r>
          </a:p>
          <a:p>
            <a:pPr marL="0" indent="0">
              <a:buNone/>
            </a:pPr>
            <a:r>
              <a:rPr lang="en-US" sz="1200" dirty="0"/>
              <a:t>• Key asymmetry: open-weight hosts carry only the bottom layers — the structural reason the same capability prices ~10× apart.</a:t>
            </a:r>
          </a:p>
          <a:p>
            <a:pPr marL="0" indent="0">
              <a:buNone/>
            </a:pPr>
            <a:r>
              <a:rPr lang="en-US" sz="1200" dirty="0"/>
              <a:t>• → Zoom into the base: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Training FLOPs ≈ 6 × parameters × tokens; Chinchilla showed smaller models on more data beat bigger undertrained ones — cost is a design choice.</a:t>
            </a:r>
          </a:p>
          <a:p>
            <a:pPr marL="0" indent="0">
              <a:buNone/>
            </a:pPr>
            <a:r>
              <a:rPr lang="en-US" sz="1200" dirty="0"/>
              <a:t>• MFU (real utilisation) runs 30–50%: doubling it halves cost for the same silicon.</a:t>
            </a:r>
          </a:p>
          <a:p>
            <a:pPr marL="0" indent="0">
              <a:buNone/>
            </a:pPr>
            <a:r>
              <a:rPr lang="en-US" sz="1200" dirty="0"/>
              <a:t>• Frontier runs are $100M–$1B+ and must be recovered in a 12–18-month competitive half-life — that urgency is priced into every proprietary token.</a:t>
            </a:r>
          </a:p>
          <a:p>
            <a:pPr marL="0" indent="0">
              <a:buNone/>
            </a:pPr>
            <a:r>
              <a:rPr lang="en-US" sz="1200" dirty="0"/>
              <a:t>• → Assemble the full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Every token is converted electricity: ~700W per GPU, ~10kW per node, 1.7–1.8MW per 1,000-GPU cluster — $90–250K a month of power.</a:t>
            </a:r>
          </a:p>
          <a:p>
            <a:pPr marL="0" indent="0">
              <a:buNone/>
            </a:pPr>
            <a:r>
              <a:rPr lang="en-US" sz="1200" dirty="0"/>
              <a:t>• Per token, energy is tiny (~10–20% of serving cost); in aggregate it decides where capacity can be built at all.</a:t>
            </a:r>
          </a:p>
          <a:p>
            <a:pPr marL="0" indent="0">
              <a:buNone/>
            </a:pPr>
            <a:r>
              <a:rPr lang="en-US" sz="1200" dirty="0"/>
              <a:t>• US grid queues exceed 2,600 GW; suppliers responded vertically — Microsoft restarted Three Mile Island, AWS took 1.92GW of Susquehanna, Google ordered SMRs.</a:t>
            </a:r>
          </a:p>
          <a:p>
            <a:pPr marL="0" indent="0">
              <a:buNone/>
            </a:pPr>
            <a:r>
              <a:rPr lang="en-US" sz="1200" dirty="0"/>
              <a:t>• Power contracts are decade-long — a floor under long-run token prices and a genuine moat.</a:t>
            </a:r>
          </a:p>
          <a:p>
            <a:pPr marL="0" indent="0">
              <a:buNone/>
            </a:pPr>
            <a:r>
              <a:rPr lang="en-US" sz="1200" dirty="0"/>
              <a:t>• → Customisation economics close the supply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Decode is memory-bound: a 70B model unbatched manages ~24 tok/s — the arithmetic units sit idle, starved by memory.</a:t>
            </a:r>
          </a:p>
          <a:p>
            <a:pPr marL="0" indent="0">
              <a:buNone/>
            </a:pPr>
            <a:r>
              <a:rPr lang="en-US" sz="1200" dirty="0"/>
              <a:t>• Batching is the magic: continuous batching reaches ~5,000 tok/s per node, cutting per-token cost ~85% for ~20% latency.</a:t>
            </a:r>
          </a:p>
          <a:p>
            <a:pPr marL="0" indent="0">
              <a:buNone/>
            </a:pPr>
            <a:r>
              <a:rPr lang="en-US" sz="1200" dirty="0"/>
              <a:t>• Speed premium: best latency costs ~3× the floor — relaxing SLAs (batch lanes, async agents) recovers most of it.</a:t>
            </a:r>
          </a:p>
          <a:p>
            <a:pPr marL="0" indent="0">
              <a:buNone/>
            </a:pPr>
            <a:r>
              <a:rPr lang="en-US" sz="1200" dirty="0"/>
              <a:t>• Long context squeezes the shared KV cache — the physical reason for long-context surcharges.</a:t>
            </a:r>
          </a:p>
          <a:p>
            <a:pPr marL="0" indent="0">
              <a:buNone/>
            </a:pPr>
            <a:r>
              <a:rPr lang="en-US" sz="1200" dirty="0"/>
              <a:t>• → Put a dollar figure on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The bottom-up floor: an 8× H100 node at $20/hr, well batched, produces 1M output tokens for about $1.</a:t>
            </a:r>
          </a:p>
          <a:p>
            <a:pPr marL="0" indent="0">
              <a:buNone/>
            </a:pPr>
            <a:r>
              <a:rPr lang="en-US" sz="1200" dirty="0"/>
              <a:t>• The ladder above it: Blackwell demos $0.02/M on open 120B models; open hosts charge $0.06–0.90 (cost-plus); frontier APIs $10–30 (value-priced).</a:t>
            </a:r>
          </a:p>
          <a:p>
            <a:pPr marL="0" indent="0">
              <a:buNone/>
            </a:pPr>
            <a:r>
              <a:rPr lang="en-US" sz="1200" dirty="0"/>
              <a:t>• Everything in the gap is cost stack and margin — and therefore negotiable.</a:t>
            </a:r>
          </a:p>
          <a:p>
            <a:pPr marL="0" indent="0">
              <a:buNone/>
            </a:pPr>
            <a:r>
              <a:rPr lang="en-US" sz="1200" dirty="0"/>
              <a:t>• → One more physical input: electricity.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Customisation is cheap if you use adapters: LoRA cuts trainable parameters 10,000×; QLoRA tunes a 65B model on one 48GB GPU in ~24 hours.</a:t>
            </a:r>
          </a:p>
          <a:p>
            <a:pPr marL="0" indent="0">
              <a:buNone/>
            </a:pPr>
            <a:r>
              <a:rPr lang="en-US" sz="1200" dirty="0"/>
              <a:t>• Distillation is the end-game for high-volume routine tasks — up to 10× cheaper serving.</a:t>
            </a:r>
          </a:p>
          <a:p>
            <a:pPr marL="0" indent="0">
              <a:buNone/>
            </a:pPr>
            <a:r>
              <a:rPr lang="en-US" sz="1200" dirty="0"/>
              <a:t>• Message: fine-tuning is an engineering project, not frontier capex.</a:t>
            </a:r>
          </a:p>
          <a:p>
            <a:pPr marL="0" indent="0">
              <a:buNone/>
            </a:pPr>
            <a:r>
              <a:rPr lang="en-US" sz="1200" dirty="0"/>
              <a:t>• → Now the fork in the market: proprietary vs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opener: proprietary and open-weight are two different businesses, not two prices for one product.</a:t>
            </a:r>
          </a:p>
          <a:p>
            <a:pPr marL="0" indent="0">
              <a:buNone/>
            </a:pPr>
            <a:r>
              <a:rPr lang="en-US" sz="1200" dirty="0"/>
              <a:t>• → Compare the cost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Proprietary must recover $100M+ training in months — value pricing. Open-weight hosts serve a free artifact — cost-plus pricing toward marginal cost.</a:t>
            </a:r>
          </a:p>
          <a:p>
            <a:pPr marL="0" indent="0">
              <a:buNone/>
            </a:pPr>
            <a:r>
              <a:rPr lang="en-US" sz="1200" dirty="0"/>
              <a:t>• Self-hosting and distillation extend the same logic into your own datacentre.</a:t>
            </a:r>
          </a:p>
          <a:p>
            <a:pPr marL="0" indent="0">
              <a:buNone/>
            </a:pPr>
            <a:r>
              <a:rPr lang="en-US" sz="1200" dirty="0"/>
              <a:t>• → What open weights do to every price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576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Open models cap every tier: when a tier is matched, its price collapses to hosting economics in weeks — the DeepSeek shock proved it at −97%.</a:t>
            </a:r>
          </a:p>
          <a:p>
            <a:pPr marL="0" indent="0">
              <a:buNone/>
            </a:pPr>
            <a:r>
              <a:rPr lang="en-US" sz="1200" dirty="0"/>
              <a:t>• Frontier vendors defended with cheaper mid-tiers and caching discounts, not headline cuts — margin held at the frontier, ceded in the middle.</a:t>
            </a:r>
          </a:p>
          <a:p>
            <a:pPr marL="0" indent="0">
              <a:buNone/>
            </a:pPr>
            <a:r>
              <a:rPr lang="en-US" sz="1200" dirty="0"/>
              <a:t>• Frontier capability half-life: 6–12 months until open catch-up; and the same weights vary ~20% across hosts.</a:t>
            </a:r>
          </a:p>
          <a:p>
            <a:pPr marL="0" indent="0">
              <a:buNone/>
            </a:pPr>
            <a:r>
              <a:rPr lang="en-US" sz="1200" dirty="0"/>
              <a:t>• Use open-weight quotes as the anchor in every negotiation.</a:t>
            </a:r>
          </a:p>
          <a:p>
            <a:pPr marL="0" indent="0">
              <a:buNone/>
            </a:pPr>
            <a:r>
              <a:rPr lang="en-US" sz="1200" dirty="0"/>
              <a:t>• → Demand side: why bills explode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81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opener: prices fell ~80% and spend doubled — consumption×waste beats deflation.</a:t>
            </a:r>
          </a:p>
          <a:p>
            <a:pPr marL="0" indent="0">
              <a:buNone/>
            </a:pPr>
            <a:r>
              <a:rPr lang="en-US" sz="1200" dirty="0"/>
              <a:t>• → The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Spend: $3.5B (2024) → $8.4B (2025) → doubling again (2026) → token demand forecast up to 120× by 2030.</a:t>
            </a:r>
          </a:p>
          <a:p>
            <a:pPr marL="0" indent="0">
              <a:buNone/>
            </a:pPr>
            <a:r>
              <a:rPr lang="en-US" sz="1200" dirty="0"/>
              <a:t>• Bills are price × consumption — and consumption is the runaway term.</a:t>
            </a:r>
          </a:p>
          <a:p>
            <a:pPr marL="0" indent="0">
              <a:buNone/>
            </a:pPr>
            <a:r>
              <a:rPr lang="en-US" sz="1200" dirty="0"/>
              <a:t>• → The single biggest driver: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An agent loop re-sends the entire accumulated context every step: by step 20 you've paid for the system prompt twenty times.</a:t>
            </a:r>
          </a:p>
          <a:p>
            <a:pPr marL="0" indent="0">
              <a:buNone/>
            </a:pPr>
            <a:r>
              <a:rPr lang="en-US" sz="1200" dirty="0"/>
              <a:t>• Cost per task grows super-linearly with loop length; measured agentic workloads run 5–30× a chat exchange.</a:t>
            </a:r>
          </a:p>
          <a:p>
            <a:pPr marL="0" indent="0">
              <a:buNone/>
            </a:pPr>
            <a:r>
              <a:rPr lang="en-US" sz="1200" dirty="0"/>
              <a:t>• → Second driver: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RAG bills three times: inflated context (the big one — +3,000 tokens/request ≈ +$750/month per 100k requests), metered embeddings, and the vector store.</a:t>
            </a:r>
          </a:p>
          <a:p>
            <a:pPr marL="0" indent="0">
              <a:buNone/>
            </a:pPr>
            <a:r>
              <a:rPr lang="en-US" sz="1200" dirty="0"/>
              <a:t>• The counter-intuitive number: vector search on the same volume is ~$85 — pennies against the context bill.</a:t>
            </a:r>
          </a:p>
          <a:p>
            <a:pPr marL="0" indent="0">
              <a:buNone/>
            </a:pPr>
            <a:r>
              <a:rPr lang="en-US" sz="1200" dirty="0"/>
              <a:t>• Fix retrieval precision and context compression first; don't optimise vector-database pennies.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Reasoning tiers bill hidden thinking tokens at full output rate: one hard query can carry ~10K unseen tokens (~$0.30) around a $0.006 visible answer. (</a:t>
            </a:r>
            <a:r>
              <a:rPr lang="en-US" dirty="0"/>
              <a:t>One 0.30 at a $30/M output tier.)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• Effective output cost runs 3–10× the apparent list price; standard-to-pro tier gaps are ~10×.</a:t>
            </a:r>
          </a:p>
          <a:p>
            <a:pPr marL="0" indent="0">
              <a:buNone/>
            </a:pPr>
            <a:r>
              <a:rPr lang="en-US" sz="1200" dirty="0"/>
              <a:t>• Discipline: route only genuinely hard steps to reasoning tiers, at the lowest effort that passes evals; batch discount applies to thinking tokens too.</a:t>
            </a:r>
          </a:p>
          <a:p>
            <a:pPr marL="0" indent="0">
              <a:buNone/>
            </a:pPr>
            <a:r>
              <a:rPr lang="en-US" sz="1200" dirty="0"/>
              <a:t>• Long-context stuffing compounds the same habit — retrieval beats brute force.</a:t>
            </a:r>
          </a:p>
          <a:p>
            <a:pPr marL="0" indent="0">
              <a:buNone/>
            </a:pPr>
            <a:r>
              <a:rPr lang="en-US" sz="1200" dirty="0"/>
              <a:t>• → Add it up: the waste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40–60% of enterprise token spend is removable without capability loss.</a:t>
            </a:r>
          </a:p>
          <a:p>
            <a:pPr marL="0" indent="0">
              <a:buNone/>
            </a:pPr>
            <a:r>
              <a:rPr lang="en-US" sz="1200" dirty="0"/>
              <a:t>• Where it hides: redundant context ~40%, repeated retrieval ~30%, retry storms and unbounded loops ~30%.</a:t>
            </a:r>
          </a:p>
          <a:p>
            <a:pPr marL="0" indent="0">
              <a:buNone/>
            </a:pPr>
            <a:r>
              <a:rPr lang="en-US" sz="1200" dirty="0"/>
              <a:t>• 85% of orgs misestimate AI costs by &gt;10%; 79% had overruns in the last year — measurement is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/>
              <a:t>GPT-5.6 Terra / workhorse pricing at $2.50 input / $15 output per 1M tokens, </a:t>
            </a:r>
            <a:endParaRPr lang="en-US" sz="1200" b="0" dirty="0"/>
          </a:p>
          <a:p>
            <a:pPr marL="0" indent="0">
              <a:buNone/>
            </a:pPr>
            <a:r>
              <a:rPr lang="en-US" sz="1200" b="0" dirty="0"/>
              <a:t>S</a:t>
            </a:r>
            <a:r>
              <a:rPr lang="en-US" sz="1200" dirty="0"/>
              <a:t>ensitivity on a 100k-request workload: +1,000 input tokens ≈ +$250/mo; +3,000 RAG tokens ≈ +$750; +500 output ≈ +$750 (output is 3–8× input).</a:t>
            </a:r>
          </a:p>
          <a:p>
            <a:pPr marL="0" indent="0">
              <a:buNone/>
            </a:pPr>
            <a:r>
              <a:rPr lang="en-US" sz="1200" dirty="0"/>
              <a:t>• Request shape matters as much as vendor choice.</a:t>
            </a:r>
          </a:p>
          <a:p>
            <a:pPr marL="0" indent="0">
              <a:buNone/>
            </a:pPr>
            <a:r>
              <a:rPr lang="en-US" sz="1200" dirty="0"/>
              <a:t>• → The operational failure modes behind these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Six failure modes: retry storms, unbounded agents, shadow usage, over-provisioning, reasoning-by-default, and no unit economics.</a:t>
            </a:r>
          </a:p>
          <a:p>
            <a:pPr marL="0" indent="0">
              <a:buNone/>
            </a:pPr>
            <a:r>
              <a:rPr lang="en-US" sz="1200" dirty="0"/>
              <a:t>• None are exotic — all are governance gaps, and every countermeasure is cheap and known.</a:t>
            </a:r>
          </a:p>
          <a:p>
            <a:pPr marL="0" indent="0">
              <a:buNone/>
            </a:pPr>
            <a:r>
              <a:rPr lang="en-US" sz="1200" dirty="0"/>
              <a:t>• → Which brings us to the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opener: levers ordered by effort-to-impact; teams applying the full stack report 60–80% reductions.</a:t>
            </a:r>
          </a:p>
          <a:p>
            <a:pPr marL="0" indent="0">
              <a:buNone/>
            </a:pPr>
            <a:r>
              <a:rPr lang="en-US" sz="1200" dirty="0"/>
              <a:t>• → The lever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The lever stack: caching 20–50% of input spend, routing 40–60%, batch 50%, context engineering 20–40%, distil-and-self-host up to 80% on suited workloads.</a:t>
            </a:r>
          </a:p>
          <a:p>
            <a:pPr marL="0" indent="0">
              <a:buNone/>
            </a:pPr>
            <a:r>
              <a:rPr lang="en-US" sz="1200" dirty="0"/>
              <a:t>• Prerequisite for all of them: measurement — you cannot optimise what you do not meter.</a:t>
            </a:r>
          </a:p>
          <a:p>
            <a:pPr marL="0" indent="0">
              <a:buNone/>
            </a:pPr>
            <a:r>
              <a:rPr lang="en-US" sz="1200" dirty="0"/>
              <a:t>• → Start with the big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Big three: prompt caching (make cache-hit rate a KPI), model routing (50–70% of traffic fits the cheapest capable tier), batch lanes (all non-interactive work).</a:t>
            </a:r>
          </a:p>
          <a:p>
            <a:pPr marL="0" indent="0">
              <a:buNone/>
            </a:pPr>
            <a:r>
              <a:rPr lang="en-US" sz="1200" dirty="0"/>
              <a:t>• Batch + caching ≈ 25% of list cost before any deeper engineering.</a:t>
            </a:r>
          </a:p>
          <a:p>
            <a:pPr marL="0" indent="0">
              <a:buNone/>
            </a:pPr>
            <a:r>
              <a:rPr lang="en-US" sz="1200" dirty="0"/>
              <a:t>• → Then decide where workloads should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Three lanes: stay on APIs (spiky, frontier-tracking, &lt;$15K/mo), blend via open-weight hosts (the default for routine volume), self-host (steady high volume, residency, distillable tasks).</a:t>
            </a:r>
          </a:p>
          <a:p>
            <a:pPr marL="0" indent="0">
              <a:buNone/>
            </a:pPr>
            <a:r>
              <a:rPr lang="en-US" sz="1200" dirty="0"/>
              <a:t>• Break-even for self-hosting ≈ $15–20K/month steady spend; below that, ops overhead eats savings.</a:t>
            </a:r>
          </a:p>
          <a:p>
            <a:pPr marL="0" indent="0">
              <a:buNone/>
            </a:pPr>
            <a:r>
              <a:rPr lang="en-US" sz="1200" dirty="0"/>
              <a:t>• Most enterprises run all three lanes at once — by policy, reviewed quarterly.</a:t>
            </a:r>
          </a:p>
          <a:p>
            <a:pPr marL="0" indent="0">
              <a:buNone/>
            </a:pPr>
            <a:r>
              <a:rPr lang="en-US" sz="1200" dirty="0"/>
              <a:t>• → Making that policy stick is FinOps.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opener: same discipline as cloud FinOps, but at 10×/yr deflation the clock runs quarterly, not annually.</a:t>
            </a:r>
          </a:p>
          <a:p>
            <a:pPr marL="0" indent="0">
              <a:buNone/>
            </a:pPr>
            <a:r>
              <a:rPr lang="en-US" sz="1200" dirty="0"/>
              <a:t>• → The operating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The loop: meter → optimise → govern → expand, refreshed quarterly.</a:t>
            </a:r>
          </a:p>
          <a:p>
            <a:pPr marL="0" indent="0">
              <a:buNone/>
            </a:pPr>
            <a:r>
              <a:rPr lang="en-US" sz="1200" dirty="0"/>
              <a:t>• Expand is deliberate: the goal is ROI per outcome, not minimal spend — savings fund more AI, not less.</a:t>
            </a:r>
          </a:p>
          <a:p>
            <a:pPr marL="0" indent="0">
              <a:buNone/>
            </a:pPr>
            <a:r>
              <a:rPr lang="en-US" sz="1200" dirty="0"/>
              <a:t>• → Four governance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Four moves: one gateway (kills shadow usage, enforces everything), unit economics per outcome, quarterly model reviews, token budgets in design review.</a:t>
            </a:r>
          </a:p>
          <a:p>
            <a:pPr marL="0" indent="0">
              <a:buNone/>
            </a:pPr>
            <a:r>
              <a:rPr lang="en-US" sz="1200" dirty="0"/>
              <a:t>• FinOps Foundation ranks AI cost management its top 2026 priority — the winners make it structural, not heroic.</a:t>
            </a:r>
          </a:p>
          <a:p>
            <a:pPr marL="0" indent="0">
              <a:buNone/>
            </a:pPr>
            <a:r>
              <a:rPr lang="en-US" sz="1200" dirty="0"/>
              <a:t>• → What to put on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Seven metrics, each mapped to a lever: cost per resolved task (the anchor), cache-hit rate, routing mix, batch share, output/input ratio, waste indicators, spend vs budget.</a:t>
            </a:r>
          </a:p>
          <a:p>
            <a:pPr marL="0" indent="0">
              <a:buNone/>
            </a:pPr>
            <a:r>
              <a:rPr lang="en-US" sz="1200" dirty="0"/>
              <a:t>• If it's on the dashboard, someone owns it and it moves.</a:t>
            </a:r>
          </a:p>
          <a:p>
            <a:pPr marL="0" indent="0">
              <a:buNone/>
            </a:pPr>
            <a:r>
              <a:rPr lang="en-US" sz="1200" dirty="0"/>
              <a:t>• → The tools that implement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Four tool layers — gateway (LiteLLM, Portkey, Kong…), router (OpenRouter…), observability (Helicone, Langfuse), caching — mostly open-source; buy/adopt, don't build.</a:t>
            </a:r>
          </a:p>
          <a:p>
            <a:pPr marL="0" indent="0">
              <a:buNone/>
            </a:pPr>
            <a:r>
              <a:rPr lang="en-US" sz="1200" dirty="0"/>
              <a:t>• Operating model mirrors cloud FinOps: platform owns the gateway, product owns unit costs, finance owns budgets, a review board refreshes the portfolio quarterly.</a:t>
            </a:r>
          </a:p>
          <a:p>
            <a:pPr marL="0" indent="0">
              <a:buNone/>
            </a:pPr>
            <a:r>
              <a:rPr lang="en-US" dirty="0"/>
              <a:t>platform engineering owns the plumbing, product teams own usage policy, FinOps owns budgets, and governance reviews the portfolio quarterly.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• → Final chapter: where this is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Section opener: supply forces push unit prices down while demand forces push total spend up — that tension defines 2026–2030.</a:t>
            </a:r>
          </a:p>
          <a:p>
            <a:pPr marL="0" indent="0">
              <a:buNone/>
            </a:pPr>
            <a:r>
              <a:rPr lang="en-US" sz="1200" dirty="0"/>
              <a:t>• → Supply side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Five supply forces: Rubin-class silicon (~10× cheaper tokens), inference ASICs to ~40% share, HBM4 memory (the real bottleneck — and the new scarce input), hardware-model co-design, and small/open models (SLMs 10–30× cheaper on routine agent steps).</a:t>
            </a:r>
          </a:p>
          <a:p>
            <a:pPr marL="0" indent="0">
              <a:buNone/>
            </a:pPr>
            <a:r>
              <a:rPr lang="en-US" sz="1200" dirty="0"/>
              <a:t>• Watch HBM supply and grid power more than GPU launches — they gate the deflation now.</a:t>
            </a:r>
          </a:p>
          <a:p>
            <a:pPr marL="0" indent="0">
              <a:buNone/>
            </a:pPr>
            <a:r>
              <a:rPr lang="en-US" sz="1200" dirty="0"/>
              <a:t>• → Demand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This is the slide that makes the case defensible — we are not asserting cheaper tokens, we are decomposing them.</a:t>
            </a:r>
          </a:p>
          <a:p>
            <a:pPr marL="0" indent="0">
              <a:buNone/>
            </a:pPr>
            <a:r>
              <a:rPr lang="en-US" sz="1200" dirty="0"/>
              <a:t>• Method in one line: cost per token is a PRODUCT of independent efficiency terms, so we take logs and each force gets a share that sums to exactly 100%.</a:t>
            </a:r>
          </a:p>
          <a:p>
            <a:pPr marL="0" indent="0">
              <a:buNone/>
            </a:pPr>
            <a:r>
              <a:rPr lang="en-US" sz="1200" dirty="0"/>
              <a:t>• Base case: 35× cheaper by 2030 — 97% — consistent with Gartner's &gt;90% and with the observed tapering from 10×/year.</a:t>
            </a:r>
          </a:p>
          <a:p>
            <a:pPr marL="0" indent="0">
              <a:buNone/>
            </a:pPr>
            <a:r>
              <a:rPr lang="en-US" sz="1200" dirty="0"/>
              <a:t>• The finding to land: silicon and numerics are 42%, but models and serving software are another 42%. Half the deflation is software, not chips.</a:t>
            </a:r>
          </a:p>
          <a:p>
            <a:pPr marL="0" indent="0">
              <a:buNone/>
            </a:pPr>
            <a:r>
              <a:rPr lang="en-US" sz="1200" dirty="0"/>
              <a:t>• Energy is under 3% — it decides WHERE capacity gets built, not what a token costs. Expect pushback on this; it is counter-intuitive.</a:t>
            </a:r>
          </a:p>
          <a:p>
            <a:pPr marL="0" indent="0">
              <a:buNone/>
            </a:pPr>
            <a:r>
              <a:rPr lang="en-US" sz="1200" dirty="0"/>
              <a:t>• If challenged on ranges: constrained case is 10×, accelerated is 100× — Section 8.5 carries both through to spend.</a:t>
            </a:r>
          </a:p>
          <a:p>
            <a:pPr marL="0" indent="0">
              <a:buNone/>
            </a:pPr>
            <a:r>
              <a:rPr lang="en-US" sz="1200" dirty="0"/>
              <a:t>• → Same treatment for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Four demand forces: agentic consumption (~120× tokens by 2030, machine-to-machine), sovereignty hardening into procurement rules (EU AI Act fully applicable Aug 2026; residency ≠ sovereignty), professionalising buyers, and geopolitics keeping regional price divergence alive.</a:t>
            </a:r>
          </a:p>
          <a:p>
            <a:pPr marL="0" indent="0">
              <a:buNone/>
            </a:pPr>
            <a:r>
              <a:rPr lang="en-US" sz="1200" dirty="0"/>
              <a:t>• Sovereign deployments cost a premium and favour open weights — weights you host can't be recalled by foreign statute.</a:t>
            </a:r>
          </a:p>
          <a:p>
            <a:pPr marL="0" indent="0">
              <a:buNone/>
            </a:pPr>
            <a:r>
              <a:rPr lang="en-US" sz="1200" dirty="0"/>
              <a:t>• → Put the trajectory on one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Same arithmetic, one difference: six forces multiply demand UP, and only one — optimisation — divides it back down.</a:t>
            </a:r>
          </a:p>
          <a:p>
            <a:pPr marL="0" indent="0">
              <a:buNone/>
            </a:pPr>
            <a:r>
              <a:rPr lang="en-US" sz="1200" dirty="0"/>
              <a:t>• Agentic shift is 32% of gross growth, more than adoption and breadth combined. It is also the most fragile assumption: it presumes agents reach production reliability.</a:t>
            </a:r>
          </a:p>
          <a:p>
            <a:pPr marL="0" indent="0">
              <a:buNone/>
            </a:pPr>
            <a:r>
              <a:rPr lang="en-US" sz="1200" dirty="0"/>
              <a:t>• Gross growth is ~146×; an economy-wide optimisation drag of 1.45× nets it to ~100×, consistent with the 120× projection.</a:t>
            </a:r>
          </a:p>
          <a:p>
            <a:pPr marL="0" indent="0">
              <a:buNone/>
            </a:pPr>
            <a:r>
              <a:rPr lang="en-US" sz="1200" dirty="0"/>
              <a:t>• The pointed message: six of seven forces are market-wide and you cannot influence them. The drag is the only endogenous term.</a:t>
            </a:r>
          </a:p>
          <a:p>
            <a:pPr marL="0" indent="0">
              <a:buNone/>
            </a:pPr>
            <a:r>
              <a:rPr lang="en-US" sz="1200" dirty="0"/>
              <a:t>• Push your own drag from 1.45× to 3× and you halve your token growth while consuming the same intelligence. That is the entire case for token FinOps.</a:t>
            </a:r>
          </a:p>
          <a:p>
            <a:pPr marL="0" indent="0">
              <a:buNone/>
            </a:pPr>
            <a:r>
              <a:rPr lang="en-US" sz="1200" dirty="0"/>
              <a:t>• → Multiply the two sides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2026–27: prices fall 3–5×/yr, mid-market commoditises. 2027–28: outcome and subscription pricing spreads. 2028–29: open weights become the default substrate. 2030: inference &gt;90% cheaper (Gartner); tokens up to 120×.</a:t>
            </a:r>
          </a:p>
          <a:p>
            <a:pPr marL="0" indent="0">
              <a:buNone/>
            </a:pPr>
            <a:r>
              <a:rPr lang="en-US" sz="1200" dirty="0"/>
              <a:t>• Unit deflation + volume explosion = aggregate spend rises. Plan for both.</a:t>
            </a:r>
          </a:p>
          <a:p>
            <a:pPr marL="0" indent="0">
              <a:buNone/>
            </a:pPr>
            <a:r>
              <a:rPr lang="en-US" sz="1200" dirty="0"/>
              <a:t>• →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This is the planning number: 35× cheaper × 100× more volume = spend still rises ~3× by 2030.</a:t>
            </a:r>
          </a:p>
          <a:p>
            <a:pPr marL="0" indent="0">
              <a:buNone/>
            </a:pPr>
            <a:r>
              <a:rPr lang="en-US" sz="1200" dirty="0"/>
              <a:t>• Walk the table left to right — price index falls 100 → 2.9 while volume goes 100 → 10,037.</a:t>
            </a:r>
          </a:p>
          <a:p>
            <a:pPr marL="0" indent="0">
              <a:buNone/>
            </a:pPr>
            <a:r>
              <a:rPr lang="en-US" sz="1200" dirty="0"/>
              <a:t>• Critical nuance: two price lines. The headline assumes fixed capability. Enterprises buy up-tier, so realised blended price falls only ~7×, not 35×.</a:t>
            </a:r>
          </a:p>
          <a:p>
            <a:pPr marL="0" indent="0">
              <a:buNone/>
            </a:pPr>
            <a:r>
              <a:rPr lang="en-US" sz="1200" dirty="0"/>
              <a:t>• Budget against the blended line. Quote the headline line only when discussing what a specific task costs.</a:t>
            </a:r>
          </a:p>
          <a:p>
            <a:pPr marL="0" indent="0">
              <a:buNone/>
            </a:pPr>
            <a:r>
              <a:rPr lang="en-US" sz="1200" dirty="0"/>
              <a:t>• If someone says 'so AI gets cheaper and our bill shrinks' — this slide is the answer. It does not.</a:t>
            </a:r>
          </a:p>
          <a:p>
            <a:pPr marL="0" indent="0">
              <a:buNone/>
            </a:pPr>
            <a:r>
              <a:rPr lang="en-US" sz="1200" dirty="0"/>
              <a:t>• → How wrong could we be?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Nine scenarios. Scenarios scale the TOTAL movement rather than setting every driver to its extreme — that would imply perfect correlation and give an absurd range.</a:t>
            </a:r>
          </a:p>
          <a:p>
            <a:pPr marL="0" indent="0">
              <a:buNone/>
            </a:pPr>
            <a:r>
              <a:rPr lang="en-US" sz="1200" dirty="0"/>
              <a:t>• Base case centre cell: 2.9× spend. Worst realistic corner: 31.7× if deflation stalls and agents go everywhere.</a:t>
            </a:r>
          </a:p>
          <a:p>
            <a:pPr marL="0" indent="0">
              <a:buNone/>
            </a:pPr>
            <a:r>
              <a:rPr lang="en-US" sz="1200" dirty="0"/>
              <a:t>• Only one of nine cells implies falling spend, and it requires agentic adoption to disappoint badly.</a:t>
            </a:r>
          </a:p>
          <a:p>
            <a:pPr marL="0" indent="0">
              <a:buNone/>
            </a:pPr>
            <a:r>
              <a:rPr lang="en-US" sz="1200" dirty="0"/>
              <a:t>• The spread between cells is ~30× — set far more by consumption discipline than by which vendor you choose.</a:t>
            </a:r>
          </a:p>
          <a:p>
            <a:pPr marL="0" indent="0">
              <a:buNone/>
            </a:pPr>
            <a:r>
              <a:rPr lang="en-US" sz="1200" dirty="0"/>
              <a:t>• Use this when the board asks for a single number: give them the range and the lever, not false precision.</a:t>
            </a:r>
          </a:p>
          <a:p>
            <a:pPr marL="0" indent="0">
              <a:buNone/>
            </a:pPr>
            <a:r>
              <a:rPr lang="en-US" sz="1200" dirty="0"/>
              <a:t>• → Back to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108A-BD90-9D04-8F78-AD7F5E9C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B3A06-6A18-77F0-8995-A7A28F0A4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7A1CC-441F-F22D-ACF5-86705DE70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Suppliers: mid-market becomes utility economics; pricing moves up-stack toward agents, tools and outcomes.</a:t>
            </a:r>
          </a:p>
          <a:p>
            <a:pPr marL="0" indent="0">
              <a:buNone/>
            </a:pPr>
            <a:r>
              <a:rPr lang="en-US" sz="1200" dirty="0"/>
              <a:t>• Buyers: portfolio models refreshed quarterly; open weights by default; manage cost per outcome.</a:t>
            </a:r>
          </a:p>
          <a:p>
            <a:pPr marL="0" indent="0">
              <a:buNone/>
            </a:pPr>
            <a:r>
              <a:rPr lang="en-US" sz="1200" dirty="0"/>
              <a:t>• The strategic risk has inverted: the danger now is under-consuming intelligence, not overspending on it.</a:t>
            </a:r>
          </a:p>
          <a:p>
            <a:pPr marL="0" indent="0">
              <a:buNone/>
            </a:pPr>
            <a:r>
              <a:rPr lang="en-US" sz="1200" dirty="0"/>
              <a:t>• → Close on that thought.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6C5A7-3B31-26F6-CB2F-01C48D8E2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333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2066-0E5B-503E-45CB-73B70059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491A6-0391-5A62-DA60-D86507170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24C9E-7924-F9A9-207E-6101370CE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Suppliers: mid-market becomes utility economics; pricing moves up-stack toward agents, tools and outcomes.</a:t>
            </a:r>
          </a:p>
          <a:p>
            <a:pPr marL="0" indent="0">
              <a:buNone/>
            </a:pPr>
            <a:r>
              <a:rPr lang="en-US" sz="1200" dirty="0"/>
              <a:t>• Buyers: portfolio models refreshed quarterly; open weights by default; manage cost per outcome.</a:t>
            </a:r>
          </a:p>
          <a:p>
            <a:pPr marL="0" indent="0">
              <a:buNone/>
            </a:pPr>
            <a:r>
              <a:rPr lang="en-US" sz="1200" dirty="0"/>
              <a:t>• The strategic risk has inverted: the danger now is under-consuming intelligence, not overspending on it.</a:t>
            </a:r>
          </a:p>
          <a:p>
            <a:pPr marL="0" indent="0">
              <a:buNone/>
            </a:pPr>
            <a:r>
              <a:rPr lang="en-US" sz="1200" dirty="0"/>
              <a:t>• → Close on that thought.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23909-C244-24D0-D296-2CD09C230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942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Closing message: optimisation is not about spending less — it is about buying more intelligence per dollar than your competitors.</a:t>
            </a:r>
          </a:p>
          <a:p>
            <a:pPr marL="0" indent="0">
              <a:buNone/>
            </a:pPr>
            <a:r>
              <a:rPr lang="en-US" sz="1200" dirty="0"/>
              <a:t>• Ask: leave with one commitment — stand up the gateway and the dashboard this quarter.</a:t>
            </a:r>
          </a:p>
          <a:p>
            <a:pPr marL="0" indent="0">
              <a:buNone/>
            </a:pPr>
            <a:r>
              <a:rPr lang="en-US" sz="1200" dirty="0"/>
              <a:t>• → Thank you; annexure follows for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DCE5-09B7-ECEC-566E-10A37389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CA2F9-B714-AFC6-339F-6DDFE2B2F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FC19E-91C4-6927-0F80-383783A0E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Thank the audience; open Q&amp;A.</a:t>
            </a:r>
          </a:p>
          <a:p>
            <a:pPr marL="0" indent="0">
              <a:buNone/>
            </a:pPr>
            <a:r>
              <a:rPr lang="en-US" sz="1200" dirty="0"/>
              <a:t>• Annexure has the reference tables: glossary, cost stack, workload math, sources.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100C6-00A2-0A9F-A03D-3BE19589F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367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Annexure divider — reference material for follow-up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Glossary I: the core serving-economics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Glossary II: the 2026 vocabulary — hardware (HBM, ASIC), agents (SLM, reasoning tokens) and governance (gateway, sovereign AI).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The full supplier cost stack — use in pricing negotiations: open hosts carry only the top three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Reference math for workload costing and the self-hosting break-even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• Sources; full claim-level citations live in Appendix C of the Word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70C069-A1B6-1C22-EDC3-C458926FAA82}"/>
              </a:ext>
            </a:extLst>
          </p:cNvPr>
          <p:cNvSpPr/>
          <p:nvPr userDrawn="1"/>
        </p:nvSpPr>
        <p:spPr>
          <a:xfrm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55000">
                <a:srgbClr val="1268B3"/>
              </a:gs>
              <a:gs pos="100000">
                <a:srgbClr val="00B0F0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AC0F04-81BB-C4F9-C1F2-2553DB7CA1A2}"/>
              </a:ext>
            </a:extLst>
          </p:cNvPr>
          <p:cNvSpPr/>
          <p:nvPr userDrawn="1"/>
        </p:nvSpPr>
        <p:spPr>
          <a:xfrm>
            <a:off x="3073399" y="2193429"/>
            <a:ext cx="6045202" cy="2471142"/>
          </a:xfrm>
          <a:prstGeom prst="roundRect">
            <a:avLst>
              <a:gd name="adj" fmla="val 5396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itle"/>
          <p:cNvSpPr>
            <a:spLocks noGrp="1"/>
          </p:cNvSpPr>
          <p:nvPr>
            <p:ph type="ctrTitle"/>
          </p:nvPr>
        </p:nvSpPr>
        <p:spPr>
          <a:xfrm>
            <a:off x="3625702" y="2749109"/>
            <a:ext cx="5042196" cy="771589"/>
          </a:xfrm>
        </p:spPr>
        <p:txBody>
          <a:bodyPr/>
          <a:lstStyle>
            <a:lvl1pPr algn="ctr">
              <a:buNone/>
              <a:defRPr lang="en-IN" sz="4000" b="0" kern="0" spc="-66" dirty="0">
                <a:solidFill>
                  <a:srgbClr val="FFFFFF"/>
                </a:solidFill>
                <a:latin typeface="Manrope ExtraBold" pitchFamily="2" charset="0"/>
                <a:ea typeface="Inter 18pt" panose="02000503000000020004" pitchFamily="2" charset="0"/>
                <a:cs typeface="Manrope ExtraBold" pitchFamily="2" charset="0"/>
              </a:defRPr>
            </a:lvl1pPr>
          </a:lstStyle>
          <a:p>
            <a:pPr algn="ctr"/>
            <a:r>
              <a:rPr lang="en-US" dirty="0"/>
              <a:t>Click to edit Master</a:t>
            </a:r>
            <a:endParaRPr lang="en-IN" dirty="0"/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2286000" y="4038775"/>
            <a:ext cx="7620000" cy="383886"/>
          </a:xfrm>
        </p:spPr>
        <p:txBody>
          <a:bodyPr/>
          <a:lstStyle>
            <a:lvl1pPr algn="ctr">
              <a:buNone/>
              <a:defRPr lang="en-IN" sz="1100" b="0" kern="0" spc="192" dirty="0">
                <a:solidFill>
                  <a:schemeClr val="accent3">
                    <a:lumMod val="60000"/>
                    <a:lumOff val="40000"/>
                  </a:schemeClr>
                </a:solidFill>
                <a:latin typeface="Manrope ExtraBold" pitchFamily="2" charset="0"/>
                <a:ea typeface="Manrope ExtraBold" pitchFamily="2" charset="0"/>
                <a:cs typeface="Manrope ExtraBold" pitchFamily="2" charset="0"/>
              </a:defRPr>
            </a:lvl1pPr>
          </a:lstStyle>
          <a:p>
            <a:pPr algn="ctr"/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9A73F5-65F0-687B-A206-F1BB1C2E27D2}"/>
              </a:ext>
            </a:extLst>
          </p:cNvPr>
          <p:cNvSpPr/>
          <p:nvPr userDrawn="1"/>
        </p:nvSpPr>
        <p:spPr>
          <a:xfrm>
            <a:off x="5488531" y="3692223"/>
            <a:ext cx="1214937" cy="28575"/>
          </a:xfrm>
          <a:prstGeom prst="roundRect">
            <a:avLst>
              <a:gd name="adj" fmla="val 50000"/>
            </a:avLst>
          </a:prstGeom>
          <a:ln w="28575" cap="rnd">
            <a:gradFill flip="none" rotWithShape="1">
              <a:gsLst>
                <a:gs pos="0">
                  <a:srgbClr val="58D1D1"/>
                </a:gs>
                <a:gs pos="100000">
                  <a:srgbClr val="00B0F0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397773C-8395-D65F-6BF3-E3AEF79BD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2430" y="5829300"/>
            <a:ext cx="54714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58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CE35-FBB2-47A0-AF9A-FE1562A837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59" y="174711"/>
            <a:ext cx="10595616" cy="523218"/>
          </a:xfrm>
          <a:prstGeom prst="rect">
            <a:avLst/>
          </a:prstGeom>
        </p:spPr>
        <p:txBody>
          <a:bodyPr lIns="90000" tIns="36000" rIns="36000" bIns="36000" anchor="ctr">
            <a:noAutofit/>
          </a:bodyPr>
          <a:lstStyle>
            <a:lvl1pPr>
              <a:defRPr lang="en-IN" sz="1600" b="0" kern="0" spc="252" dirty="0">
                <a:solidFill>
                  <a:schemeClr val="tx2"/>
                </a:solidFill>
                <a:latin typeface="Manrope Medium" pitchFamily="2" charset="0"/>
                <a:ea typeface="Inter 28pt Medium" panose="02000503000000020004" pitchFamily="2" charset="0"/>
                <a:cs typeface="Manrop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8492A7-09C1-4DF4-9570-0BB89BFABB82}"/>
              </a:ext>
            </a:extLst>
          </p:cNvPr>
          <p:cNvGrpSpPr/>
          <p:nvPr userDrawn="1"/>
        </p:nvGrpSpPr>
        <p:grpSpPr>
          <a:xfrm>
            <a:off x="11022691" y="316700"/>
            <a:ext cx="939451" cy="200140"/>
            <a:chOff x="19368837" y="17696192"/>
            <a:chExt cx="3369718" cy="71788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480D52-41AF-4BA7-9AB1-574311F5F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97" r="12097" b="42420"/>
            <a:stretch/>
          </p:blipFill>
          <p:spPr>
            <a:xfrm>
              <a:off x="19368837" y="17696192"/>
              <a:ext cx="1086075" cy="71788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B94231-B958-4C17-89CC-5DBB35E31D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407" b="1"/>
            <a:stretch/>
          </p:blipFill>
          <p:spPr>
            <a:xfrm>
              <a:off x="20617829" y="17790565"/>
              <a:ext cx="2120726" cy="5276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38A0-B490-4F3E-8E3D-BD207BDF0178}"/>
              </a:ext>
            </a:extLst>
          </p:cNvPr>
          <p:cNvCxnSpPr>
            <a:cxnSpLocks/>
          </p:cNvCxnSpPr>
          <p:nvPr userDrawn="1"/>
        </p:nvCxnSpPr>
        <p:spPr>
          <a:xfrm>
            <a:off x="416015" y="677569"/>
            <a:ext cx="720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58D1D1"/>
                </a:gs>
                <a:gs pos="100000">
                  <a:srgbClr val="00B0F0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3FC00E-A841-7DE9-B466-F2D99D41B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 anchor="ctr"/>
          <a:lstStyle>
            <a:lvl1pPr>
              <a:defRPr lang="en-US" sz="3200" b="0" kern="0" spc="-42" dirty="0" smtClean="0">
                <a:solidFill>
                  <a:srgbClr val="404040"/>
                </a:solidFill>
                <a:latin typeface="Manrope Bold" pitchFamily="2" charset="0"/>
                <a:ea typeface="Manrope Bold" pitchFamily="2" charset="0"/>
                <a:cs typeface="Manrope Bold" pitchFamily="2" charset="0"/>
              </a:defRPr>
            </a:lvl1pPr>
            <a:lvl2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2pPr>
            <a:lvl3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3pPr>
            <a:lvl4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4pPr>
            <a:lvl5pPr>
              <a:defRPr lang="en-IN" sz="2400" b="1" kern="0" spc="-30" dirty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2B4D9C-D35F-804B-BA3E-016A86D2D870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IN" sz="1200" b="1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Manrop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D0DD0F-F1FA-40DB-85CA-CD1121C5917A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15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se Image"/>
          <p:cNvSpPr>
            <a:spLocks noGrp="1"/>
          </p:cNvSpPr>
          <p:nvPr>
            <p:ph type="pic" idx="1"/>
          </p:nvPr>
        </p:nvSpPr>
        <p:spPr>
          <a:xfrm>
            <a:off x="381000" y="1905000"/>
            <a:ext cx="5334000" cy="4095750"/>
          </a:xfrm>
          <a:prstGeom prst="rect">
            <a:avLst/>
          </a:prstGeom>
          <a:solidFill>
            <a:srgbClr val="F4F6F8"/>
          </a:solidFill>
        </p:spPr>
        <p:txBody>
          <a:bodyPr/>
          <a:lstStyle>
            <a:lvl1pPr>
              <a:defRPr>
                <a:latin typeface="Manrope" pitchFamily="2" charset="0"/>
              </a:defRPr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Result Stats"/>
          <p:cNvSpPr>
            <a:spLocks noGrp="1"/>
          </p:cNvSpPr>
          <p:nvPr>
            <p:ph type="body" idx="2"/>
          </p:nvPr>
        </p:nvSpPr>
        <p:spPr>
          <a:xfrm>
            <a:off x="6191250" y="1905000"/>
            <a:ext cx="5619750" cy="1714500"/>
          </a:xfrm>
        </p:spPr>
        <p:txBody>
          <a:bodyPr/>
          <a:lstStyle>
            <a:lvl1pPr>
              <a:buNone/>
              <a:defRPr sz="3200" b="0" spc="-30">
                <a:solidFill>
                  <a:srgbClr val="1268B3"/>
                </a:solidFill>
                <a:latin typeface="Manrope ExtraBold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Narrative"/>
          <p:cNvSpPr>
            <a:spLocks noGrp="1"/>
          </p:cNvSpPr>
          <p:nvPr>
            <p:ph type="body" idx="3"/>
          </p:nvPr>
        </p:nvSpPr>
        <p:spPr>
          <a:xfrm>
            <a:off x="6191250" y="3810000"/>
            <a:ext cx="5619750" cy="2286000"/>
          </a:xfrm>
        </p:spPr>
        <p:txBody>
          <a:bodyPr/>
          <a:lstStyle>
            <a:lvl1pPr>
              <a:defRPr>
                <a:latin typeface="Manrope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8CCAB-EB50-E289-E7C0-DD7EA67CF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59" y="174711"/>
            <a:ext cx="10595616" cy="523218"/>
          </a:xfrm>
          <a:prstGeom prst="rect">
            <a:avLst/>
          </a:prstGeom>
        </p:spPr>
        <p:txBody>
          <a:bodyPr lIns="90000" tIns="36000" rIns="36000" bIns="36000" anchor="ctr">
            <a:noAutofit/>
          </a:bodyPr>
          <a:lstStyle>
            <a:lvl1pPr>
              <a:defRPr lang="en-IN" sz="1600" b="0" kern="0" spc="252" dirty="0">
                <a:solidFill>
                  <a:schemeClr val="tx2"/>
                </a:solidFill>
                <a:latin typeface="Manrope Medium" pitchFamily="2" charset="0"/>
                <a:ea typeface="Inter 28pt Medium" panose="02000503000000020004" pitchFamily="2" charset="0"/>
                <a:cs typeface="Manrop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9F89FA1-B4D1-6C01-3AEE-4A865706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IN" sz="1200" b="1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Manrop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D0DD0F-F1FA-40DB-85CA-CD1121C5917A}" type="slidenum">
              <a:rPr lang="en-IN" smtClean="0"/>
              <a:pPr/>
              <a:t>‹#›</a:t>
            </a:fld>
            <a:endParaRPr lang="en-IN">
              <a:latin typeface="Manrope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D35D42-9ABB-507E-C9D1-F3A602BA1A12}"/>
              </a:ext>
            </a:extLst>
          </p:cNvPr>
          <p:cNvGrpSpPr/>
          <p:nvPr userDrawn="1"/>
        </p:nvGrpSpPr>
        <p:grpSpPr>
          <a:xfrm>
            <a:off x="11022691" y="316700"/>
            <a:ext cx="939451" cy="200140"/>
            <a:chOff x="19368837" y="17696192"/>
            <a:chExt cx="3369718" cy="7178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6F9BAB-70AB-12FB-6E2A-725FAB3FE0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97" r="12097" b="42420"/>
            <a:stretch/>
          </p:blipFill>
          <p:spPr>
            <a:xfrm>
              <a:off x="19368837" y="17696192"/>
              <a:ext cx="1086075" cy="71788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AC47487-05EB-1B26-6283-F33C5F5918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407" b="1"/>
            <a:stretch/>
          </p:blipFill>
          <p:spPr>
            <a:xfrm>
              <a:off x="20617829" y="17790565"/>
              <a:ext cx="2120726" cy="527638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76C988-4919-47CA-7DBF-0C5B1397EEB2}"/>
              </a:ext>
            </a:extLst>
          </p:cNvPr>
          <p:cNvCxnSpPr>
            <a:cxnSpLocks/>
          </p:cNvCxnSpPr>
          <p:nvPr userDrawn="1"/>
        </p:nvCxnSpPr>
        <p:spPr>
          <a:xfrm>
            <a:off x="416015" y="677569"/>
            <a:ext cx="720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58D1D1"/>
                </a:gs>
                <a:gs pos="100000">
                  <a:srgbClr val="00B0F0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09E29CA-EDA7-1D04-9165-CCF031BB3C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 anchor="ctr"/>
          <a:lstStyle>
            <a:lvl1pPr>
              <a:defRPr lang="en-US" sz="3200" b="0" kern="0" spc="-42" dirty="0" smtClean="0">
                <a:solidFill>
                  <a:srgbClr val="404040"/>
                </a:solidFill>
                <a:latin typeface="Manrope Bold" pitchFamily="2" charset="0"/>
                <a:ea typeface="Manrope Bold" pitchFamily="2" charset="0"/>
                <a:cs typeface="Manrope Bold" pitchFamily="2" charset="0"/>
              </a:defRPr>
            </a:lvl1pPr>
            <a:lvl2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2pPr>
            <a:lvl3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3pPr>
            <a:lvl4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4pPr>
            <a:lvl5pPr>
              <a:defRPr lang="en-IN" sz="2400" b="1" kern="0" spc="-30" dirty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218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hoto 1"/>
          <p:cNvSpPr>
            <a:spLocks noGrp="1"/>
          </p:cNvSpPr>
          <p:nvPr>
            <p:ph type="pic" idx="1"/>
          </p:nvPr>
        </p:nvSpPr>
        <p:spPr>
          <a:xfrm>
            <a:off x="762000" y="2000250"/>
            <a:ext cx="1905000" cy="1905000"/>
          </a:xfrm>
          <a:prstGeom prst="ellipse">
            <a:avLst/>
          </a:prstGeom>
          <a:solidFill>
            <a:srgbClr val="F4F6F8"/>
          </a:solidFill>
        </p:spPr>
        <p:txBody>
          <a:bodyPr/>
          <a:lstStyle>
            <a:lvl1pPr>
              <a:defRPr>
                <a:latin typeface="Manrope" pitchFamily="2" charset="0"/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Name 1"/>
          <p:cNvSpPr>
            <a:spLocks noGrp="1"/>
          </p:cNvSpPr>
          <p:nvPr>
            <p:ph type="body" idx="2"/>
          </p:nvPr>
        </p:nvSpPr>
        <p:spPr>
          <a:xfrm>
            <a:off x="476250" y="4048125"/>
            <a:ext cx="2476500" cy="571500"/>
          </a:xfrm>
        </p:spPr>
        <p:txBody>
          <a:bodyPr/>
          <a:lstStyle>
            <a:lvl1pPr algn="ctr">
              <a:buNone/>
              <a:defRPr sz="1500" b="0">
                <a:solidFill>
                  <a:srgbClr val="1A1A1A"/>
                </a:solidFill>
                <a:latin typeface="Manrope SemiBold" pitchFamily="2" charset="0"/>
              </a:defRPr>
            </a:lvl1pPr>
          </a:lstStyle>
          <a:p>
            <a:pPr lvl="0" algn="ctr"/>
            <a:r>
              <a:rPr lang="en-US" dirty="0"/>
              <a:t>Click to edit Master text styles</a:t>
            </a:r>
          </a:p>
        </p:txBody>
      </p:sp>
      <p:sp>
        <p:nvSpPr>
          <p:cNvPr id="15" name="Photo 2"/>
          <p:cNvSpPr>
            <a:spLocks noGrp="1"/>
          </p:cNvSpPr>
          <p:nvPr>
            <p:ph type="pic" idx="3"/>
          </p:nvPr>
        </p:nvSpPr>
        <p:spPr>
          <a:xfrm>
            <a:off x="3571875" y="2000250"/>
            <a:ext cx="1905000" cy="1905000"/>
          </a:xfrm>
          <a:prstGeom prst="ellipse">
            <a:avLst/>
          </a:prstGeom>
          <a:solidFill>
            <a:srgbClr val="F4F6F8"/>
          </a:solidFill>
        </p:spPr>
        <p:txBody>
          <a:bodyPr/>
          <a:lstStyle>
            <a:lvl1pPr>
              <a:defRPr>
                <a:latin typeface="Manrope" pitchFamily="2" charset="0"/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Name 2"/>
          <p:cNvSpPr>
            <a:spLocks noGrp="1"/>
          </p:cNvSpPr>
          <p:nvPr>
            <p:ph type="body" idx="4"/>
          </p:nvPr>
        </p:nvSpPr>
        <p:spPr>
          <a:xfrm>
            <a:off x="3286125" y="4048125"/>
            <a:ext cx="2476500" cy="571500"/>
          </a:xfrm>
        </p:spPr>
        <p:txBody>
          <a:bodyPr/>
          <a:lstStyle>
            <a:lvl1pPr algn="ctr">
              <a:buNone/>
              <a:defRPr sz="1500" b="0">
                <a:solidFill>
                  <a:srgbClr val="1A1A1A"/>
                </a:solidFill>
                <a:latin typeface="Manrope SemiBold" pitchFamily="2" charset="0"/>
              </a:defRPr>
            </a:lvl1pPr>
          </a:lstStyle>
          <a:p>
            <a:pPr lvl="0" algn="ctr"/>
            <a:r>
              <a:rPr lang="en-US"/>
              <a:t>Click to edit Master text styles</a:t>
            </a:r>
          </a:p>
        </p:txBody>
      </p:sp>
      <p:sp>
        <p:nvSpPr>
          <p:cNvPr id="17" name="Photo 3"/>
          <p:cNvSpPr>
            <a:spLocks noGrp="1"/>
          </p:cNvSpPr>
          <p:nvPr>
            <p:ph type="pic" idx="5"/>
          </p:nvPr>
        </p:nvSpPr>
        <p:spPr>
          <a:xfrm>
            <a:off x="6381750" y="2000250"/>
            <a:ext cx="1905000" cy="1905000"/>
          </a:xfrm>
          <a:prstGeom prst="ellipse">
            <a:avLst/>
          </a:prstGeom>
          <a:solidFill>
            <a:srgbClr val="F4F6F8"/>
          </a:solidFill>
        </p:spPr>
        <p:txBody>
          <a:bodyPr/>
          <a:lstStyle>
            <a:lvl1pPr>
              <a:defRPr>
                <a:latin typeface="Manrope" pitchFamily="2" charset="0"/>
              </a:defRPr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8" name="Name 3"/>
          <p:cNvSpPr>
            <a:spLocks noGrp="1"/>
          </p:cNvSpPr>
          <p:nvPr>
            <p:ph type="body" idx="6"/>
          </p:nvPr>
        </p:nvSpPr>
        <p:spPr>
          <a:xfrm>
            <a:off x="6096000" y="4048125"/>
            <a:ext cx="2476500" cy="571500"/>
          </a:xfrm>
        </p:spPr>
        <p:txBody>
          <a:bodyPr/>
          <a:lstStyle>
            <a:lvl1pPr algn="ctr">
              <a:buNone/>
              <a:defRPr sz="1500" b="0">
                <a:solidFill>
                  <a:srgbClr val="1A1A1A"/>
                </a:solidFill>
                <a:latin typeface="Manrope SemiBold" pitchFamily="2" charset="0"/>
              </a:defRPr>
            </a:lvl1pPr>
          </a:lstStyle>
          <a:p>
            <a:pPr lvl="0" algn="ctr"/>
            <a:r>
              <a:rPr lang="en-US" dirty="0"/>
              <a:t>Click to edit Master text styles</a:t>
            </a:r>
          </a:p>
        </p:txBody>
      </p:sp>
      <p:sp>
        <p:nvSpPr>
          <p:cNvPr id="19" name="Photo 4"/>
          <p:cNvSpPr>
            <a:spLocks noGrp="1"/>
          </p:cNvSpPr>
          <p:nvPr>
            <p:ph type="pic" idx="7"/>
          </p:nvPr>
        </p:nvSpPr>
        <p:spPr>
          <a:xfrm>
            <a:off x="9191625" y="2000250"/>
            <a:ext cx="1905000" cy="1905000"/>
          </a:xfrm>
          <a:prstGeom prst="ellipse">
            <a:avLst/>
          </a:prstGeom>
          <a:solidFill>
            <a:srgbClr val="F4F6F8"/>
          </a:solidFill>
        </p:spPr>
        <p:txBody>
          <a:bodyPr/>
          <a:lstStyle>
            <a:lvl1pPr>
              <a:defRPr>
                <a:latin typeface="Manrope" pitchFamily="2" charset="0"/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0" name="Name 4"/>
          <p:cNvSpPr>
            <a:spLocks noGrp="1"/>
          </p:cNvSpPr>
          <p:nvPr>
            <p:ph type="body" idx="8"/>
          </p:nvPr>
        </p:nvSpPr>
        <p:spPr>
          <a:xfrm>
            <a:off x="8905875" y="4048125"/>
            <a:ext cx="2476500" cy="571500"/>
          </a:xfrm>
        </p:spPr>
        <p:txBody>
          <a:bodyPr/>
          <a:lstStyle>
            <a:lvl1pPr algn="ctr">
              <a:buNone/>
              <a:defRPr sz="1500" b="0">
                <a:solidFill>
                  <a:srgbClr val="1A1A1A"/>
                </a:solidFill>
                <a:latin typeface="Manrope SemiBold" pitchFamily="2" charset="0"/>
              </a:defRPr>
            </a:lvl1pPr>
          </a:lstStyle>
          <a:p>
            <a:pPr lvl="0" algn="ctr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2D1BFD-D4CF-63D6-21DD-C5917758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59" y="174711"/>
            <a:ext cx="10595616" cy="523218"/>
          </a:xfrm>
          <a:prstGeom prst="rect">
            <a:avLst/>
          </a:prstGeom>
        </p:spPr>
        <p:txBody>
          <a:bodyPr lIns="90000" tIns="36000" rIns="36000" bIns="36000" anchor="ctr">
            <a:noAutofit/>
          </a:bodyPr>
          <a:lstStyle>
            <a:lvl1pPr>
              <a:defRPr lang="en-IN" sz="1600" b="0" kern="0" spc="252" dirty="0">
                <a:solidFill>
                  <a:schemeClr val="tx2"/>
                </a:solidFill>
                <a:latin typeface="Manrope Medium" pitchFamily="2" charset="0"/>
                <a:ea typeface="Inter 28pt Medium" panose="02000503000000020004" pitchFamily="2" charset="0"/>
                <a:cs typeface="Manrope Medium" pitchFamily="2" charset="0"/>
              </a:defRPr>
            </a:lvl1pPr>
          </a:lstStyle>
          <a:p>
            <a:pPr lvl="0" algn="l" eaLnBrk="1" hangingPunct="1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7481752-1AB3-F791-CA34-170D0DE7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IN" sz="1200" b="1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Manrop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D0DD0F-F1FA-40DB-85CA-CD1121C5917A}" type="slidenum">
              <a:rPr lang="en-IN" smtClean="0"/>
              <a:pPr/>
              <a:t>‹#›</a:t>
            </a:fld>
            <a:endParaRPr lang="en-IN">
              <a:latin typeface="Manrope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280F15-2613-2365-3C35-FBAA907B190C}"/>
              </a:ext>
            </a:extLst>
          </p:cNvPr>
          <p:cNvGrpSpPr/>
          <p:nvPr userDrawn="1"/>
        </p:nvGrpSpPr>
        <p:grpSpPr>
          <a:xfrm>
            <a:off x="11022691" y="316700"/>
            <a:ext cx="939451" cy="200140"/>
            <a:chOff x="19368837" y="17696192"/>
            <a:chExt cx="3369718" cy="71788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A084F61-6324-32F0-9267-D5C69DA3FB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97" r="12097" b="42420"/>
            <a:stretch/>
          </p:blipFill>
          <p:spPr>
            <a:xfrm>
              <a:off x="19368837" y="17696192"/>
              <a:ext cx="1086075" cy="71788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1F63374-284B-9AD4-035D-A166AF72A6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407" b="1"/>
            <a:stretch/>
          </p:blipFill>
          <p:spPr>
            <a:xfrm>
              <a:off x="20617829" y="17790565"/>
              <a:ext cx="2120726" cy="527638"/>
            </a:xfrm>
            <a:prstGeom prst="rect">
              <a:avLst/>
            </a:prstGeom>
          </p:spPr>
        </p:pic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3C168D-F72B-01F2-EA6C-6E98C3E9C334}"/>
              </a:ext>
            </a:extLst>
          </p:cNvPr>
          <p:cNvCxnSpPr>
            <a:cxnSpLocks/>
          </p:cNvCxnSpPr>
          <p:nvPr userDrawn="1"/>
        </p:nvCxnSpPr>
        <p:spPr>
          <a:xfrm>
            <a:off x="416015" y="677569"/>
            <a:ext cx="720000" cy="0"/>
          </a:xfrm>
          <a:prstGeom prst="line">
            <a:avLst/>
          </a:prstGeom>
          <a:ln w="28575" cap="rnd">
            <a:gradFill flip="none" rotWithShape="1">
              <a:gsLst>
                <a:gs pos="0">
                  <a:srgbClr val="58D1D1"/>
                </a:gs>
                <a:gs pos="100000">
                  <a:srgbClr val="00B0F0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969A01D-BCB0-6F4B-2EF3-FFD9C22FAC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 anchor="ctr"/>
          <a:lstStyle>
            <a:lvl1pPr>
              <a:defRPr lang="en-US" sz="3200" b="0" kern="0" spc="-42" dirty="0">
                <a:solidFill>
                  <a:srgbClr val="404040"/>
                </a:solidFill>
                <a:latin typeface="Manrope Bold" pitchFamily="2" charset="0"/>
                <a:ea typeface="Manrope Bold" pitchFamily="2" charset="0"/>
                <a:cs typeface="Manrope Bold" pitchFamily="2" charset="0"/>
              </a:defRPr>
            </a:lvl1pPr>
            <a:lvl2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2pPr>
            <a:lvl3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3pPr>
            <a:lvl4pPr>
              <a:defRPr lang="en-US" sz="2400" b="1" kern="0" spc="-30" dirty="0" smtClean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4pPr>
            <a:lvl5pPr>
              <a:defRPr lang="en-IN" sz="2400" b="1" kern="0" spc="-30" dirty="0">
                <a:solidFill>
                  <a:srgbClr val="404040"/>
                </a:solidFill>
                <a:latin typeface="Avenir Next LT Pro"/>
                <a:ea typeface="+mn-ea"/>
                <a:cs typeface="+mn-cs"/>
              </a:defRPr>
            </a:lvl5pPr>
          </a:lstStyle>
          <a:p>
            <a:pPr marL="0" lvl="0" indent="0" eaLnBrk="1" hangingPunct="1"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7024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D36DB58-1481-8ED4-B5EF-C0764BAC6A3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55000">
                <a:srgbClr val="1268B3"/>
              </a:gs>
              <a:gs pos="100000">
                <a:srgbClr val="00B0F0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1AD7C26-4D34-0A21-6650-BC7720F3A30A}"/>
              </a:ext>
            </a:extLst>
          </p:cNvPr>
          <p:cNvSpPr/>
          <p:nvPr userDrawn="1"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49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873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303881" y="247650"/>
            <a:ext cx="9525000" cy="685800"/>
          </a:xfrm>
        </p:spPr>
        <p:txBody>
          <a:bodyPr/>
          <a:lstStyle/>
          <a:p>
            <a:endParaRPr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34AE3E2D-34D4-9606-F75A-397EFFD10183}"/>
              </a:ext>
            </a:extLst>
          </p:cNvPr>
          <p:cNvSpPr/>
          <p:nvPr userDrawn="1"/>
        </p:nvSpPr>
        <p:spPr>
          <a:xfrm>
            <a:off x="303881" y="658177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1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9" r:id="rId2"/>
    <p:sldLayoutId id="2147483665" r:id="rId3"/>
    <p:sldLayoutId id="2147483666" r:id="rId4"/>
    <p:sldLayoutId id="2147483670" r:id="rId5"/>
    <p:sldLayoutId id="2147483668" r:id="rId6"/>
  </p:sldLayoutIdLst>
  <p:hf sldNum="0" hdr="0" ftr="0" dt="0"/>
  <p:txStyles>
    <p:titleStyle>
      <a:lvl1pPr algn="l" eaLnBrk="1" hangingPunct="1">
        <a:defRPr sz="2850" b="1" spc="-30">
          <a:solidFill>
            <a:srgbClr val="404040"/>
          </a:solidFill>
          <a:latin typeface="Manrope" pitchFamily="2" charset="0"/>
        </a:defRPr>
      </a:lvl1pPr>
    </p:titleStyle>
    <p:bodyStyle>
      <a:lvl1pPr marL="0" indent="0" eaLnBrk="1" hangingPunct="1">
        <a:buNone/>
        <a:defRPr sz="1500">
          <a:solidFill>
            <a:srgbClr val="404040"/>
          </a:solidFill>
          <a:latin typeface="Avenir Next LT Pro"/>
        </a:defRPr>
      </a:lvl1pPr>
      <a:lvl2pPr marL="228600" indent="-228600" eaLnBrk="1" hangingPunct="1">
        <a:buFont typeface="Arial"/>
        <a:buChar char="•"/>
        <a:defRPr sz="1350">
          <a:solidFill>
            <a:srgbClr val="6B6B6B"/>
          </a:solidFill>
          <a:latin typeface="Avenir Next LT Pro"/>
        </a:defRPr>
      </a:lvl2pPr>
    </p:bodyStyle>
    <p:otherStyle>
      <a:defPPr>
        <a:defRPr lang="en-IN"/>
      </a:defPPr>
      <a:lvl1pPr eaLnBrk="1" hangingPunct="1">
        <a:defRPr sz="1350">
          <a:latin typeface="Avenir Next LT Pro"/>
        </a:defRPr>
      </a:lvl1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129F38B-DD90-DB14-2C95-4D92C7C7C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2362" y="2421882"/>
            <a:ext cx="4867275" cy="1128712"/>
          </a:xfrm>
        </p:spPr>
        <p:txBody>
          <a:bodyPr/>
          <a:lstStyle/>
          <a:p>
            <a:r>
              <a:rPr lang="en-IN" dirty="0"/>
              <a:t>LLM Tokenomics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6821D2-07CF-5DA6-5D8D-07EFC482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256897"/>
            <a:ext cx="7620000" cy="383886"/>
          </a:xfrm>
        </p:spPr>
        <p:txBody>
          <a:bodyPr/>
          <a:lstStyle/>
          <a:p>
            <a:r>
              <a:rPr lang="en-US" dirty="0"/>
              <a:t>JULY 2026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381000" y="1825525"/>
            <a:ext cx="6226006" cy="182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price of a unit of intelligence is falling roughly 10× a year, yet enterprise LLM spend keeps doubling.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Agentic workloads burn 5–30× more tokens per task — consumption is outrunning deflation.</a:t>
            </a:r>
            <a:endParaRPr lang="en-US" sz="1500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06059" y="3968359"/>
            <a:ext cx="6281589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6059" y="3968359"/>
            <a:ext cx="38100" cy="1219200"/>
          </a:xfrm>
          <a:prstGeom prst="rect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1809" y="4216009"/>
            <a:ext cx="20116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TAKEAWAY</a:t>
            </a:r>
            <a:endParaRPr lang="en-US" sz="1000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1809" y="4463659"/>
            <a:ext cx="594025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Treat tokens as a managed resource: meter, route, cache and batch — then reinvest the savings in scale.</a:t>
            </a:r>
            <a:endParaRPr lang="en-US" sz="1350" dirty="0">
              <a:latin typeface="Manrope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DD15D3-6033-9AE5-2DB8-C4B35C74482B}"/>
              </a:ext>
            </a:extLst>
          </p:cNvPr>
          <p:cNvGrpSpPr/>
          <p:nvPr/>
        </p:nvGrpSpPr>
        <p:grpSpPr>
          <a:xfrm>
            <a:off x="6776186" y="1835051"/>
            <a:ext cx="5185628" cy="4122987"/>
            <a:chOff x="7167414" y="1835051"/>
            <a:chExt cx="4634061" cy="2276475"/>
          </a:xfrm>
        </p:grpSpPr>
        <p:sp>
          <p:nvSpPr>
            <p:cNvPr id="2" name="Shape 10"/>
            <p:cNvSpPr/>
            <p:nvPr/>
          </p:nvSpPr>
          <p:spPr>
            <a:xfrm flipH="1">
              <a:off x="7167414" y="1835051"/>
              <a:ext cx="2312194" cy="1133475"/>
            </a:xfrm>
            <a:prstGeom prst="round1Rect">
              <a:avLst>
                <a:gd name="adj" fmla="val 12848"/>
              </a:avLst>
            </a:prstGeom>
            <a:solidFill>
              <a:srgbClr val="FFFFFF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>
              <a:noAutofit/>
            </a:bodyPr>
            <a:lstStyle/>
            <a:p>
              <a:endParaRPr lang="en-IN" dirty="0">
                <a:latin typeface="Manrope" pitchFamily="2" charset="0"/>
              </a:endParaRPr>
            </a:p>
          </p:txBody>
        </p:sp>
        <p:sp>
          <p:nvSpPr>
            <p:cNvPr id="3" name="Shape 14"/>
            <p:cNvSpPr/>
            <p:nvPr/>
          </p:nvSpPr>
          <p:spPr>
            <a:xfrm>
              <a:off x="9489132" y="1835051"/>
              <a:ext cx="2312343" cy="1133475"/>
            </a:xfrm>
            <a:prstGeom prst="round1Rect">
              <a:avLst/>
            </a:prstGeom>
            <a:solidFill>
              <a:srgbClr val="FFFFFF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>
              <a:noAutofit/>
            </a:bodyPr>
            <a:lstStyle/>
            <a:p>
              <a:endParaRPr lang="en-IN" dirty="0">
                <a:latin typeface="Manrope" pitchFamily="2" charset="0"/>
              </a:endParaRPr>
            </a:p>
          </p:txBody>
        </p:sp>
        <p:sp>
          <p:nvSpPr>
            <p:cNvPr id="4" name="Shape 18"/>
            <p:cNvSpPr/>
            <p:nvPr/>
          </p:nvSpPr>
          <p:spPr>
            <a:xfrm flipH="1" flipV="1">
              <a:off x="7167414" y="2978051"/>
              <a:ext cx="2312194" cy="1133475"/>
            </a:xfrm>
            <a:prstGeom prst="round1Rect">
              <a:avLst/>
            </a:prstGeom>
            <a:solidFill>
              <a:srgbClr val="FFFFFF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>
              <a:noAutofit/>
            </a:bodyPr>
            <a:lstStyle/>
            <a:p>
              <a:endParaRPr lang="en-IN" dirty="0">
                <a:latin typeface="Manrope" pitchFamily="2" charset="0"/>
              </a:endParaRPr>
            </a:p>
          </p:txBody>
        </p:sp>
        <p:sp>
          <p:nvSpPr>
            <p:cNvPr id="5" name="Shape 22"/>
            <p:cNvSpPr/>
            <p:nvPr/>
          </p:nvSpPr>
          <p:spPr>
            <a:xfrm flipV="1">
              <a:off x="9489132" y="2978051"/>
              <a:ext cx="2312343" cy="1133475"/>
            </a:xfrm>
            <a:prstGeom prst="round1Rect">
              <a:avLst/>
            </a:prstGeom>
            <a:solidFill>
              <a:srgbClr val="FFFFFF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>
              <a:noAutofit/>
            </a:bodyPr>
            <a:lstStyle/>
            <a:p>
              <a:endParaRPr lang="en-IN" dirty="0">
                <a:latin typeface="Manrope" pitchFamily="2" charset="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7338864" y="2006501"/>
              <a:ext cx="2045494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00" kern="0" spc="58" dirty="0">
                  <a:solidFill>
                    <a:srgbClr val="80808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PRICE TREND</a:t>
              </a:r>
              <a:endParaRPr lang="en-US" sz="1000" dirty="0">
                <a:latin typeface="Manrope" pitchFamily="2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7338864" y="2206526"/>
              <a:ext cx="2045494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kern="0" spc="-67" dirty="0">
                  <a:solidFill>
                    <a:srgbClr val="1A1A1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−10×</a:t>
              </a:r>
              <a:endParaRPr lang="en-US" sz="3200" dirty="0">
                <a:latin typeface="Manrope" pitchFamily="2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7338864" y="2635151"/>
              <a:ext cx="2045494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B8457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▼ every year</a:t>
              </a:r>
              <a:endParaRPr lang="en-US" sz="900" dirty="0">
                <a:latin typeface="Manrope" pitchFamily="2" charset="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9660582" y="2006501"/>
              <a:ext cx="2045643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00" kern="0" spc="58" dirty="0">
                  <a:solidFill>
                    <a:srgbClr val="80808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API SPEND 2025</a:t>
              </a:r>
              <a:endParaRPr lang="en-US" sz="1000" dirty="0">
                <a:latin typeface="Manrope" pitchFamily="2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9660582" y="2206526"/>
              <a:ext cx="2045643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kern="0" spc="-67" dirty="0">
                  <a:solidFill>
                    <a:srgbClr val="1A1A1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$8.4B</a:t>
              </a:r>
              <a:endParaRPr lang="en-US" sz="3200" dirty="0">
                <a:latin typeface="Manrope" pitchFamily="2" charset="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9660582" y="2635151"/>
              <a:ext cx="204564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B8457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▲ 2× in 2026</a:t>
              </a:r>
              <a:endParaRPr lang="en-US" sz="900" dirty="0">
                <a:latin typeface="Manrope" pitchFamily="2" charset="0"/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7338864" y="3149501"/>
              <a:ext cx="2045494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kern="0" spc="58" dirty="0">
                  <a:solidFill>
                    <a:srgbClr val="80808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AGENT MULTIPLIER</a:t>
              </a:r>
              <a:endParaRPr lang="en-US" sz="1050" dirty="0">
                <a:latin typeface="Manrope" pitchFamily="2" charset="0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38864" y="3349526"/>
              <a:ext cx="2045494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kern="0" spc="-67" dirty="0">
                  <a:solidFill>
                    <a:srgbClr val="1A1A1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5–30×</a:t>
              </a:r>
              <a:endParaRPr lang="en-US" sz="3200" dirty="0">
                <a:latin typeface="Manrope" pitchFamily="2" charset="0"/>
              </a:endParaRPr>
            </a:p>
          </p:txBody>
        </p:sp>
        <p:sp>
          <p:nvSpPr>
            <p:cNvPr id="24" name="Text 21"/>
            <p:cNvSpPr/>
            <p:nvPr/>
          </p:nvSpPr>
          <p:spPr>
            <a:xfrm>
              <a:off x="7338864" y="3778151"/>
              <a:ext cx="2045494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B8457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▲ tokens/task</a:t>
              </a:r>
              <a:endParaRPr lang="en-US" sz="900" dirty="0">
                <a:latin typeface="Manrope" pitchFamily="2" charset="0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9660582" y="3149501"/>
              <a:ext cx="2045643" cy="1809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00" kern="0" spc="58" dirty="0">
                  <a:solidFill>
                    <a:srgbClr val="80808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TOKEN WASTE</a:t>
              </a:r>
              <a:endParaRPr lang="en-US" sz="1000" dirty="0">
                <a:latin typeface="Manrope" pitchFamily="2" charset="0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9660582" y="3349526"/>
              <a:ext cx="2045643" cy="4286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3200" b="1" kern="0" spc="-67" dirty="0">
                  <a:solidFill>
                    <a:srgbClr val="1A1A1A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40–60%</a:t>
              </a:r>
              <a:endParaRPr lang="en-US" sz="3200" dirty="0">
                <a:latin typeface="Manrope" pitchFamily="2" charset="0"/>
              </a:endParaRPr>
            </a:p>
          </p:txBody>
        </p:sp>
        <p:sp>
          <p:nvSpPr>
            <p:cNvPr id="28" name="Text 25"/>
            <p:cNvSpPr/>
            <p:nvPr/>
          </p:nvSpPr>
          <p:spPr>
            <a:xfrm>
              <a:off x="9660582" y="3778151"/>
              <a:ext cx="204564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0B8457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▼ removable</a:t>
              </a:r>
              <a:endParaRPr lang="en-US" sz="900" dirty="0">
                <a:latin typeface="Manrope" pitchFamily="2" charset="0"/>
              </a:endParaRPr>
            </a:p>
          </p:txBody>
        </p:sp>
      </p:grp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TOKENOMICS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Cheaper tokens, bigger bills — the defining paradox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535005" y="2060142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5005" y="1612467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8685" y="1631517"/>
            <a:ext cx="4176964" cy="21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Primer: How LLMs produce tokens 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5005" y="4520859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5005" y="4073184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98685" y="4092233"/>
            <a:ext cx="5065696" cy="332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enterprise bills become high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35005" y="2679267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35005" y="2231592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98685" y="2250642"/>
            <a:ext cx="45069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pricing landscape today</a:t>
            </a:r>
          </a:p>
        </p:txBody>
      </p:sp>
      <p:sp>
        <p:nvSpPr>
          <p:cNvPr id="16" name="Shape 13"/>
          <p:cNvSpPr/>
          <p:nvPr/>
        </p:nvSpPr>
        <p:spPr>
          <a:xfrm>
            <a:off x="535005" y="5139984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5005" y="4692309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98685" y="4711359"/>
            <a:ext cx="33241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Levers for cost </a:t>
            </a:r>
            <a:r>
              <a:rPr lang="en-US" sz="1600" dirty="0" err="1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optimisation</a:t>
            </a:r>
            <a:endParaRPr lang="en-US" sz="1600" dirty="0">
              <a:solidFill>
                <a:srgbClr val="404040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35005" y="3298392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2" name="Shape 16"/>
          <p:cNvSpPr/>
          <p:nvPr/>
        </p:nvSpPr>
        <p:spPr>
          <a:xfrm>
            <a:off x="535005" y="3977934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35005" y="2850717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3" name="Text 17"/>
          <p:cNvSpPr/>
          <p:nvPr/>
        </p:nvSpPr>
        <p:spPr>
          <a:xfrm>
            <a:off x="535005" y="3472509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98685" y="2869767"/>
            <a:ext cx="4619725" cy="264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Supply-side cost drivers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4" name="Text 18"/>
          <p:cNvSpPr/>
          <p:nvPr/>
        </p:nvSpPr>
        <p:spPr>
          <a:xfrm>
            <a:off x="1098685" y="3491559"/>
            <a:ext cx="3136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1600" dirty="0">
              <a:latin typeface="Manrope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5005" y="5759109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5" name="Shape 19"/>
          <p:cNvSpPr/>
          <p:nvPr/>
        </p:nvSpPr>
        <p:spPr>
          <a:xfrm>
            <a:off x="535005" y="6380901"/>
            <a:ext cx="10149840" cy="9525"/>
          </a:xfrm>
          <a:prstGeom prst="rect">
            <a:avLst/>
          </a:prstGeom>
          <a:solidFill>
            <a:srgbClr val="E2E5E9"/>
          </a:solidFill>
          <a:ln/>
        </p:spPr>
        <p:txBody>
          <a:bodyPr/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5005" y="5311434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6" name="Text 20"/>
          <p:cNvSpPr/>
          <p:nvPr/>
        </p:nvSpPr>
        <p:spPr>
          <a:xfrm>
            <a:off x="535005" y="5933226"/>
            <a:ext cx="400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0B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1098685" y="5952276"/>
            <a:ext cx="43746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Forward trends &amp; implications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7B6674AA-AB8E-CAE2-0F1F-2BD58C87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FE39C3A-87AD-47C9-62A8-1D4F961B0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What this point of view covers</a:t>
            </a: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C7D9C19D-AB93-A671-0913-6ACDB36A53C8}"/>
              </a:ext>
            </a:extLst>
          </p:cNvPr>
          <p:cNvSpPr/>
          <p:nvPr/>
        </p:nvSpPr>
        <p:spPr>
          <a:xfrm>
            <a:off x="1098685" y="3538150"/>
            <a:ext cx="45069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Proprietary vs open-source </a:t>
            </a:r>
            <a:r>
              <a:rPr lang="en-US" sz="1600" dirty="0" err="1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tokenomics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0CAA6FDC-F3C2-6661-19D1-EE654B65C641}"/>
              </a:ext>
            </a:extLst>
          </p:cNvPr>
          <p:cNvSpPr/>
          <p:nvPr/>
        </p:nvSpPr>
        <p:spPr>
          <a:xfrm>
            <a:off x="1060653" y="5332553"/>
            <a:ext cx="33241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FinOps framework for AI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01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LLM PRIMER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How LLMs work and where tokens come from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hip 102"/>
          <p:cNvSpPr/>
          <p:nvPr/>
        </p:nvSpPr>
        <p:spPr>
          <a:xfrm>
            <a:off x="381000" y="1600000"/>
            <a:ext cx="2050000" cy="137000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TOKENIZER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 → tokens;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vocabulary sets tokens per word</a:t>
            </a:r>
          </a:p>
        </p:txBody>
      </p:sp>
      <p:sp>
        <p:nvSpPr>
          <p:cNvPr id="103" name="Arrow 104"/>
          <p:cNvSpPr/>
          <p:nvPr/>
        </p:nvSpPr>
        <p:spPr>
          <a:xfrm>
            <a:off x="2467000" y="2056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05" name="Chip 106"/>
          <p:cNvSpPr/>
          <p:nvPr/>
        </p:nvSpPr>
        <p:spPr>
          <a:xfrm>
            <a:off x="2731000" y="1600000"/>
            <a:ext cx="2050000" cy="137000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EMBEDDINGS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token becomes a vector</a:t>
            </a:r>
          </a:p>
        </p:txBody>
      </p:sp>
      <p:sp>
        <p:nvSpPr>
          <p:cNvPr id="107" name="Arrow 108"/>
          <p:cNvSpPr/>
          <p:nvPr/>
        </p:nvSpPr>
        <p:spPr>
          <a:xfrm>
            <a:off x="4817000" y="2056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09" name="Chip 110"/>
          <p:cNvSpPr/>
          <p:nvPr/>
        </p:nvSpPr>
        <p:spPr>
          <a:xfrm>
            <a:off x="5081000" y="1600000"/>
            <a:ext cx="2050000" cy="1370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TRANSFORMER ×N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attention + FFN = the parameters</a:t>
            </a:r>
          </a:p>
        </p:txBody>
      </p:sp>
      <p:sp>
        <p:nvSpPr>
          <p:cNvPr id="111" name="Arrow 112"/>
          <p:cNvSpPr/>
          <p:nvPr/>
        </p:nvSpPr>
        <p:spPr>
          <a:xfrm>
            <a:off x="7167000" y="2056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13" name="Chip 114"/>
          <p:cNvSpPr/>
          <p:nvPr/>
        </p:nvSpPr>
        <p:spPr>
          <a:xfrm>
            <a:off x="7431000" y="1600000"/>
            <a:ext cx="2050000" cy="137000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HEAD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probabilities → next token</a:t>
            </a:r>
          </a:p>
        </p:txBody>
      </p:sp>
      <p:sp>
        <p:nvSpPr>
          <p:cNvPr id="115" name="Arrow 116"/>
          <p:cNvSpPr/>
          <p:nvPr/>
        </p:nvSpPr>
        <p:spPr>
          <a:xfrm>
            <a:off x="9517000" y="2056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17" name="Chip 118"/>
          <p:cNvSpPr/>
          <p:nvPr/>
        </p:nvSpPr>
        <p:spPr>
          <a:xfrm>
            <a:off x="9781000" y="1600000"/>
            <a:ext cx="2050000" cy="1370000"/>
          </a:xfrm>
          <a:prstGeom prst="roundRect">
            <a:avLst>
              <a:gd name="adj" fmla="val 12000"/>
            </a:avLst>
          </a:prstGeom>
          <a:solidFill>
            <a:srgbClr val="00B0F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at a time</a:t>
            </a:r>
            <a:endParaRPr lang="en-US" sz="900" kern="0" dirty="0">
              <a:solidFill>
                <a:srgbClr val="DDEBF7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119" name="Text 120"/>
          <p:cNvSpPr/>
          <p:nvPr/>
        </p:nvSpPr>
        <p:spPr>
          <a:xfrm>
            <a:off x="231447" y="3232300"/>
            <a:ext cx="11430000" cy="2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i="1" kern="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generated token is appended to the context and the loop runs again — once per output token.</a:t>
            </a:r>
          </a:p>
        </p:txBody>
      </p:sp>
      <p:sp>
        <p:nvSpPr>
          <p:cNvPr id="121" name="Shape 122"/>
          <p:cNvSpPr/>
          <p:nvPr/>
        </p:nvSpPr>
        <p:spPr>
          <a:xfrm>
            <a:off x="306059" y="3562300"/>
            <a:ext cx="5600000" cy="1350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3" name="Text 124"/>
          <p:cNvSpPr/>
          <p:nvPr/>
        </p:nvSpPr>
        <p:spPr>
          <a:xfrm>
            <a:off x="557509" y="3722300"/>
            <a:ext cx="51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kern="0" spc="58" dirty="0">
                <a:solidFill>
                  <a:srgbClr val="0020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GPU MEMORY · MODEL WEIGHTS</a:t>
            </a:r>
          </a:p>
        </p:txBody>
      </p:sp>
      <p:sp>
        <p:nvSpPr>
          <p:cNvPr id="125" name="Text 126"/>
          <p:cNvSpPr/>
          <p:nvPr/>
        </p:nvSpPr>
        <p:spPr>
          <a:xfrm>
            <a:off x="557509" y="4022300"/>
            <a:ext cx="5100000" cy="8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parameter is read from memory for every decoded token 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 (FP16→FP8→FP4) sets the bytes moved.</a:t>
            </a:r>
          </a:p>
        </p:txBody>
      </p:sp>
      <p:sp>
        <p:nvSpPr>
          <p:cNvPr id="127" name="Shape 128"/>
          <p:cNvSpPr/>
          <p:nvPr/>
        </p:nvSpPr>
        <p:spPr>
          <a:xfrm>
            <a:off x="6146059" y="3562300"/>
            <a:ext cx="5590000" cy="135000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9" name="Text 130"/>
          <p:cNvSpPr/>
          <p:nvPr/>
        </p:nvSpPr>
        <p:spPr>
          <a:xfrm>
            <a:off x="6397509" y="3722300"/>
            <a:ext cx="51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kern="0" spc="58" dirty="0">
                <a:solidFill>
                  <a:srgbClr val="0020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GPU MEMORY · KV CACHE</a:t>
            </a:r>
          </a:p>
        </p:txBody>
      </p:sp>
      <p:sp>
        <p:nvSpPr>
          <p:cNvPr id="131" name="Text 132"/>
          <p:cNvSpPr/>
          <p:nvPr/>
        </p:nvSpPr>
        <p:spPr>
          <a:xfrm>
            <a:off x="6397509" y="4022300"/>
            <a:ext cx="5100000" cy="8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Attention state for every token of every active request 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grows with context and concurrency; the scarce serving resource.</a:t>
            </a:r>
          </a:p>
        </p:txBody>
      </p:sp>
      <p:sp>
        <p:nvSpPr>
          <p:cNvPr id="133" name="Shape 134"/>
          <p:cNvSpPr/>
          <p:nvPr/>
        </p:nvSpPr>
        <p:spPr>
          <a:xfrm>
            <a:off x="381000" y="5090500"/>
            <a:ext cx="11430000" cy="125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5" name="Bar 136"/>
          <p:cNvSpPr/>
          <p:nvPr/>
        </p:nvSpPr>
        <p:spPr>
          <a:xfrm>
            <a:off x="381000" y="5090500"/>
            <a:ext cx="38100" cy="125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8"/>
          <p:cNvSpPr/>
          <p:nvPr/>
        </p:nvSpPr>
        <p:spPr>
          <a:xfrm>
            <a:off x="666750" y="52305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MATTERS FOR COST</a:t>
            </a:r>
          </a:p>
        </p:txBody>
      </p:sp>
      <p:sp>
        <p:nvSpPr>
          <p:cNvPr id="139" name="Text 140"/>
          <p:cNvSpPr/>
          <p:nvPr/>
        </p:nvSpPr>
        <p:spPr>
          <a:xfrm>
            <a:off x="666750" y="5490500"/>
            <a:ext cx="10930000" cy="7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 quantities generate every number in this deck: parameters × precision, context window, KV cache, attention, active parameters (MoE routes each token through a small expert subset), and the tokenizer — the same sentence can be ~20% more tokens in one model family than another. MoE and quantisation are why 2025–26 models got cheaper without getting worse.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PRIMER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Anatomy of an LLM : the parts that show up on the bill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F5F9-153E-76D2-5FAD-163F4A4E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DF12359A-4666-9A25-31F2-73E8FDF478A1}"/>
              </a:ext>
            </a:extLst>
          </p:cNvPr>
          <p:cNvSpPr/>
          <p:nvPr/>
        </p:nvSpPr>
        <p:spPr>
          <a:xfrm>
            <a:off x="609600" y="1544308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AC7EE27-D8C7-6B80-5B2D-5973F3C0287F}"/>
              </a:ext>
            </a:extLst>
          </p:cNvPr>
          <p:cNvSpPr/>
          <p:nvPr/>
        </p:nvSpPr>
        <p:spPr>
          <a:xfrm>
            <a:off x="571500" y="154430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172B661-889D-866E-0C5C-8FE3C0606A80}"/>
              </a:ext>
            </a:extLst>
          </p:cNvPr>
          <p:cNvSpPr/>
          <p:nvPr/>
        </p:nvSpPr>
        <p:spPr>
          <a:xfrm>
            <a:off x="609600" y="2100070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Tokenize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93202EF-F03C-6C40-DC70-0A81605D598C}"/>
              </a:ext>
            </a:extLst>
          </p:cNvPr>
          <p:cNvSpPr/>
          <p:nvPr/>
        </p:nvSpPr>
        <p:spPr>
          <a:xfrm>
            <a:off x="609600" y="2798537"/>
            <a:ext cx="2476500" cy="154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Text is split into tokens — roughly ¾ of a word each.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E29A2F4-6FC2-10BA-0A74-166A8F146130}"/>
              </a:ext>
            </a:extLst>
          </p:cNvPr>
          <p:cNvSpPr/>
          <p:nvPr/>
        </p:nvSpPr>
        <p:spPr>
          <a:xfrm>
            <a:off x="3467100" y="1544308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09F068C-99F3-8CB6-180B-9C9A4E3A2B85}"/>
              </a:ext>
            </a:extLst>
          </p:cNvPr>
          <p:cNvSpPr/>
          <p:nvPr/>
        </p:nvSpPr>
        <p:spPr>
          <a:xfrm>
            <a:off x="3429000" y="154430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4D65F03-A6D1-1006-B29C-F948A88C9593}"/>
              </a:ext>
            </a:extLst>
          </p:cNvPr>
          <p:cNvSpPr/>
          <p:nvPr/>
        </p:nvSpPr>
        <p:spPr>
          <a:xfrm>
            <a:off x="3467100" y="2100070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Prefill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6D69218-0772-CB9F-355D-A498691C3370}"/>
              </a:ext>
            </a:extLst>
          </p:cNvPr>
          <p:cNvSpPr/>
          <p:nvPr/>
        </p:nvSpPr>
        <p:spPr>
          <a:xfrm>
            <a:off x="3467100" y="2798537"/>
            <a:ext cx="2476500" cy="154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whole prompt is processed in one parallel pass.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5F4C729-2127-91F5-CA0E-9751800EDC5D}"/>
              </a:ext>
            </a:extLst>
          </p:cNvPr>
          <p:cNvSpPr/>
          <p:nvPr/>
        </p:nvSpPr>
        <p:spPr>
          <a:xfrm>
            <a:off x="6324600" y="1544308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38D8011-9C4C-91BB-7603-20BF99ED0221}"/>
              </a:ext>
            </a:extLst>
          </p:cNvPr>
          <p:cNvSpPr/>
          <p:nvPr/>
        </p:nvSpPr>
        <p:spPr>
          <a:xfrm>
            <a:off x="6286500" y="154430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57982EA-CA86-895D-6187-FA7AC74EA0F3}"/>
              </a:ext>
            </a:extLst>
          </p:cNvPr>
          <p:cNvSpPr/>
          <p:nvPr/>
        </p:nvSpPr>
        <p:spPr>
          <a:xfrm>
            <a:off x="6324600" y="2100070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Decode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CD6B131-3BC8-045D-84A8-5D965C639DC6}"/>
              </a:ext>
            </a:extLst>
          </p:cNvPr>
          <p:cNvSpPr/>
          <p:nvPr/>
        </p:nvSpPr>
        <p:spPr>
          <a:xfrm>
            <a:off x="6324600" y="2798537"/>
            <a:ext cx="2476500" cy="154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Output is generated one token at a time, sequentially.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3F24482-C822-A4D8-9D89-59A3DAA5B8AD}"/>
              </a:ext>
            </a:extLst>
          </p:cNvPr>
          <p:cNvSpPr/>
          <p:nvPr/>
        </p:nvSpPr>
        <p:spPr>
          <a:xfrm>
            <a:off x="9182100" y="1544308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E1053B7-1289-40C5-6542-5CB4DA05C476}"/>
              </a:ext>
            </a:extLst>
          </p:cNvPr>
          <p:cNvSpPr/>
          <p:nvPr/>
        </p:nvSpPr>
        <p:spPr>
          <a:xfrm>
            <a:off x="9144000" y="154430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ABB5D87-2AC5-697E-C757-58D521A01620}"/>
              </a:ext>
            </a:extLst>
          </p:cNvPr>
          <p:cNvSpPr/>
          <p:nvPr/>
        </p:nvSpPr>
        <p:spPr>
          <a:xfrm>
            <a:off x="9182100" y="2100070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Stream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CF2C831-3086-E6EE-50EA-65E7071798FF}"/>
              </a:ext>
            </a:extLst>
          </p:cNvPr>
          <p:cNvSpPr/>
          <p:nvPr/>
        </p:nvSpPr>
        <p:spPr>
          <a:xfrm>
            <a:off x="9182099" y="2798538"/>
            <a:ext cx="2654355" cy="3246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Output delivery layer for streaming back Tokens to users as they are produced 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Users  pay for both input and output.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FBB5A2BE-B692-62A5-35CE-FF0EE25B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 FACTORY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DB9439E-A1C5-9ED0-F6B5-CBF536A6E9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From prompt to response: the token pipeline</a:t>
            </a:r>
          </a:p>
        </p:txBody>
      </p:sp>
      <p:sp>
        <p:nvSpPr>
          <p:cNvPr id="3" name="Text 126">
            <a:extLst>
              <a:ext uri="{FF2B5EF4-FFF2-40B4-BE49-F238E27FC236}">
                <a16:creationId xmlns:a16="http://schemas.microsoft.com/office/drawing/2014/main" id="{597F0D81-6028-81AE-2D63-F6DF67D0CEAE}"/>
              </a:ext>
            </a:extLst>
          </p:cNvPr>
          <p:cNvSpPr/>
          <p:nvPr/>
        </p:nvSpPr>
        <p:spPr>
          <a:xfrm>
            <a:off x="3317401" y="4425679"/>
            <a:ext cx="2550000" cy="186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One forward pass to build memory (KV) of the prompt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Stored in </a:t>
            </a:r>
            <a:r>
              <a:rPr lang="en-US" sz="1400" b="1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KV Cache </a:t>
            </a: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for future processing</a:t>
            </a:r>
          </a:p>
        </p:txBody>
      </p:sp>
      <p:sp>
        <p:nvSpPr>
          <p:cNvPr id="5" name="Text 126">
            <a:extLst>
              <a:ext uri="{FF2B5EF4-FFF2-40B4-BE49-F238E27FC236}">
                <a16:creationId xmlns:a16="http://schemas.microsoft.com/office/drawing/2014/main" id="{57D0859A-58BA-9153-EABF-FDB5AB69F7D4}"/>
              </a:ext>
            </a:extLst>
          </p:cNvPr>
          <p:cNvSpPr/>
          <p:nvPr/>
        </p:nvSpPr>
        <p:spPr>
          <a:xfrm>
            <a:off x="6251099" y="4425679"/>
            <a:ext cx="2654359" cy="186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Uses </a:t>
            </a:r>
            <a:r>
              <a:rPr lang="en-US" sz="1400" b="1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KV cache of prompt </a:t>
            </a: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and do another forward pass to predict the next token at a time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New token is appended and Decode step is repeated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943C24-9F26-C6B8-8D38-1B7B57A0531C}"/>
              </a:ext>
            </a:extLst>
          </p:cNvPr>
          <p:cNvCxnSpPr/>
          <p:nvPr/>
        </p:nvCxnSpPr>
        <p:spPr>
          <a:xfrm>
            <a:off x="5943600" y="1822214"/>
            <a:ext cx="0" cy="4181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80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06059" y="889204"/>
            <a:ext cx="5359635" cy="300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Prefill is parallel and cheap; decoding is sequential and more expensive. That is why every provider charges more for output.</a:t>
            </a:r>
            <a:endParaRPr lang="en-US" sz="3000" dirty="0">
              <a:latin typeface="Manrope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90361" y="1505166"/>
            <a:ext cx="22860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189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3–8×</a:t>
            </a:r>
            <a:endParaRPr lang="en-US" sz="63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90361" y="2935263"/>
            <a:ext cx="5027607" cy="89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price for output tokens than input — a pattern set by physics, not by marketing.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55E4E89-EB92-A066-0A46-27175354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FIRST ASYMMETRY</a:t>
            </a:r>
          </a:p>
        </p:txBody>
      </p:sp>
      <p:sp>
        <p:nvSpPr>
          <p:cNvPr id="141" name="Chip 142"/>
          <p:cNvSpPr/>
          <p:nvPr/>
        </p:nvSpPr>
        <p:spPr>
          <a:xfrm>
            <a:off x="306059" y="4030355"/>
            <a:ext cx="5600000" cy="785124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20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PREFILL — whole prompt, one parallel pass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compute-bound · cheap · 10–100× more tokens per GPU-second</a:t>
            </a:r>
          </a:p>
        </p:txBody>
      </p:sp>
      <p:sp>
        <p:nvSpPr>
          <p:cNvPr id="143" name="Chip 144"/>
          <p:cNvSpPr/>
          <p:nvPr/>
        </p:nvSpPr>
        <p:spPr>
          <a:xfrm>
            <a:off x="6146059" y="4030355"/>
            <a:ext cx="5590000" cy="785124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20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DECODE — one token at a time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memory-bound · every weight read per token · the dear half</a:t>
            </a:r>
          </a:p>
        </p:txBody>
      </p:sp>
      <p:sp>
        <p:nvSpPr>
          <p:cNvPr id="145" name="Shape 146"/>
          <p:cNvSpPr/>
          <p:nvPr/>
        </p:nvSpPr>
        <p:spPr>
          <a:xfrm>
            <a:off x="381000" y="5198218"/>
            <a:ext cx="11430000" cy="1142424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sz="4000" dirty="0">
              <a:latin typeface="Manrope" pitchFamily="2" charset="0"/>
            </a:endParaRPr>
          </a:p>
        </p:txBody>
      </p:sp>
      <p:sp>
        <p:nvSpPr>
          <p:cNvPr id="147" name="Bar 148"/>
          <p:cNvSpPr/>
          <p:nvPr/>
        </p:nvSpPr>
        <p:spPr>
          <a:xfrm>
            <a:off x="381000" y="5246970"/>
            <a:ext cx="38100" cy="1045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149" name="Text 150"/>
          <p:cNvSpPr/>
          <p:nvPr/>
        </p:nvSpPr>
        <p:spPr>
          <a:xfrm>
            <a:off x="666750" y="5338218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HONEST DISCOUNT</a:t>
            </a:r>
          </a:p>
        </p:txBody>
      </p:sp>
      <p:sp>
        <p:nvSpPr>
          <p:cNvPr id="151" name="Text 152"/>
          <p:cNvSpPr/>
          <p:nvPr/>
        </p:nvSpPr>
        <p:spPr>
          <a:xfrm>
            <a:off x="666750" y="5598218"/>
            <a:ext cx="10930000" cy="41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same physics makes prompt caching sustainable: It makes repeated prefixes much cheaper because the cached prompt state can be reused.. Hence providers can discount repeat input ~90% and remain profitable.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825526"/>
            <a:ext cx="3670250" cy="3636811"/>
          </a:xfrm>
          <a:prstGeom prst="roundRect">
            <a:avLst>
              <a:gd name="adj" fmla="val 6318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blurRad="19050" dist="9525" dir="5400000" algn="bl" rotWithShape="0">
              <a:srgbClr val="102848">
                <a:alpha val="6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8175" y="2063651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168426"/>
            <a:ext cx="209550" cy="209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175" y="2661821"/>
            <a:ext cx="3250577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 window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8175" y="3422360"/>
            <a:ext cx="3250577" cy="1372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Everything the model reads for a request, including the prompt and any carried  context.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260800" y="1825526"/>
            <a:ext cx="3670250" cy="3636811"/>
          </a:xfrm>
          <a:prstGeom prst="roundRect">
            <a:avLst>
              <a:gd name="adj" fmla="val 6318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blurRad="19050" dist="9525" dir="5400000" algn="bl" rotWithShape="0">
              <a:srgbClr val="102848">
                <a:alpha val="6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17975" y="2063651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750" y="2168426"/>
            <a:ext cx="209550" cy="2095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17975" y="2661821"/>
            <a:ext cx="3250577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KV cache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17975" y="3422360"/>
            <a:ext cx="3250577" cy="1372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GPU memory holding attention state (KV  pairs)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Grows with context length.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140601" y="1825526"/>
            <a:ext cx="3670399" cy="3636811"/>
          </a:xfrm>
          <a:prstGeom prst="roundRect">
            <a:avLst>
              <a:gd name="adj" fmla="val 6318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  <a:effectLst>
            <a:outerShdw blurRad="19050" dist="9525" dir="5400000" algn="bl" rotWithShape="0">
              <a:srgbClr val="102848">
                <a:alpha val="6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8397776" y="2063651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551" y="2168426"/>
            <a:ext cx="209550" cy="2095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776" y="2661821"/>
            <a:ext cx="3250731" cy="318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Parameters &amp; precision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397776" y="3422360"/>
            <a:ext cx="3250731" cy="1372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Active weights read per output token;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Precision determines bytes per weight.</a:t>
            </a: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BB109A67-284A-64B6-5581-C19BB00C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&amp; TOKENS</a:t>
            </a:r>
            <a:endParaRPr lang="en-IN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5996E0C-1CF7-8B21-8975-DF21ED5017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Three concepts drive all the economics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02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THE PRICING LANDSCAPE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How LLMs are priced today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93356F9-8840-A094-FF68-B8F87D909A5F}"/>
              </a:ext>
            </a:extLst>
          </p:cNvPr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44">
            <a:extLst>
              <a:ext uri="{FF2B5EF4-FFF2-40B4-BE49-F238E27FC236}">
                <a16:creationId xmlns:a16="http://schemas.microsoft.com/office/drawing/2014/main" id="{30DC237C-A4FD-9E8C-B0B6-482348E5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MODELS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E18D6-8EC1-93E9-CB8C-A81655652D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IN" dirty="0"/>
              <a:t>Five ways the market charges for intelligence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14755-72B9-5616-87D7-257C3C7D7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84844"/>
              </p:ext>
            </p:extLst>
          </p:nvPr>
        </p:nvGraphicFramePr>
        <p:xfrm>
          <a:off x="306059" y="1533425"/>
          <a:ext cx="11742926" cy="48419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15864">
                  <a:extLst>
                    <a:ext uri="{9D8B030D-6E8A-4147-A177-3AD203B41FA5}">
                      <a16:colId xmlns:a16="http://schemas.microsoft.com/office/drawing/2014/main" val="2072410125"/>
                    </a:ext>
                  </a:extLst>
                </a:gridCol>
                <a:gridCol w="1862554">
                  <a:extLst>
                    <a:ext uri="{9D8B030D-6E8A-4147-A177-3AD203B41FA5}">
                      <a16:colId xmlns:a16="http://schemas.microsoft.com/office/drawing/2014/main" val="1433473293"/>
                    </a:ext>
                  </a:extLst>
                </a:gridCol>
                <a:gridCol w="1480828">
                  <a:extLst>
                    <a:ext uri="{9D8B030D-6E8A-4147-A177-3AD203B41FA5}">
                      <a16:colId xmlns:a16="http://schemas.microsoft.com/office/drawing/2014/main" val="214877138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589409664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1423213053"/>
                    </a:ext>
                  </a:extLst>
                </a:gridCol>
              </a:tblGrid>
              <a:tr h="46474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MODEL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UNIT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TYPICAL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Comments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2761"/>
                  </a:ext>
                </a:extLst>
              </a:tr>
              <a:tr h="89670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Subscription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 seat / month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$20–200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Consumer product fixed cost (pro, plus, max)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Enterprise fixed + usage based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66558"/>
                  </a:ext>
                </a:extLst>
              </a:tr>
              <a:tr h="616550">
                <a:tc row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Per-token API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 1M tokens (Input/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Output)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Proprietary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$5–$30 / 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$30–$180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Frontier reasoning tier. GPT-5.5(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5/30); GPT5.5 Pro 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30/180)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748070"/>
                  </a:ext>
                </a:extLst>
              </a:tr>
              <a:tr h="616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Open-weight hosted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$0.44–$1.95 /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$0.89–$2.56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Commodity inference. DeepSeek V4 Pro 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0.44/0.87); Llama 2 70B(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1.95/2.56)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746042"/>
                  </a:ext>
                </a:extLst>
              </a:tr>
              <a:tr h="89670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Per-request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 tool call/query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$10 / 1k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Web search (10/1k calls); File search: Storage ((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0.10/GB/day) &amp; tool call ((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$</a:t>
                      </a: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2.50/1k calls)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61031"/>
                  </a:ext>
                </a:extLst>
              </a:tr>
              <a:tr h="67536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Compute-hour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 GPU-hour/ capacity-hour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$4.5–80+/hr.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Dedicated capacity. T4 - $0.50/hr. 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H100 – $4.50/hr. and 8xH100 – $80/hr.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71260"/>
                  </a:ext>
                </a:extLst>
              </a:tr>
              <a:tr h="67536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Fine-tuning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per training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 / 1M tokens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$8-100 / hr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For training only, serving is separate cost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Llama 2 70B($8/hr.); OpenAI RFT ($100/hr.)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47508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7"/>
          <p:cNvSpPr/>
          <p:nvPr/>
        </p:nvSpPr>
        <p:spPr>
          <a:xfrm>
            <a:off x="367736" y="5759115"/>
            <a:ext cx="11468664" cy="657727"/>
          </a:xfrm>
          <a:prstGeom prst="roundRect">
            <a:avLst>
              <a:gd name="adj" fmla="val 15873"/>
            </a:avLst>
          </a:prstGeom>
          <a:solidFill>
            <a:srgbClr val="E6F4EE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486609" y="5895160"/>
            <a:ext cx="11475203" cy="457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Frontier-to-commodity spread: 100–500x; pricing shifts frequently as new tiers launch and current tiers repriced.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91F64963-F8F2-D268-A4D8-4B9A0A42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PER-TOKEN PRICING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5613F6B-BD13-EC59-2CD5-1D42702982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Indicative list prices, mid-2026 (per 1M tokens)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B9B7E31E-8D21-62BD-4674-9D21E6B53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645471"/>
              </p:ext>
            </p:extLst>
          </p:nvPr>
        </p:nvGraphicFramePr>
        <p:xfrm>
          <a:off x="367736" y="1617197"/>
          <a:ext cx="11468664" cy="40686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64942">
                  <a:extLst>
                    <a:ext uri="{9D8B030D-6E8A-4147-A177-3AD203B41FA5}">
                      <a16:colId xmlns:a16="http://schemas.microsoft.com/office/drawing/2014/main" val="3520912421"/>
                    </a:ext>
                  </a:extLst>
                </a:gridCol>
                <a:gridCol w="2299722">
                  <a:extLst>
                    <a:ext uri="{9D8B030D-6E8A-4147-A177-3AD203B41FA5}">
                      <a16:colId xmlns:a16="http://schemas.microsoft.com/office/drawing/2014/main" val="2072410125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143347329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89409664"/>
                    </a:ext>
                  </a:extLst>
                </a:gridCol>
                <a:gridCol w="3949700">
                  <a:extLst>
                    <a:ext uri="{9D8B030D-6E8A-4147-A177-3AD203B41FA5}">
                      <a16:colId xmlns:a16="http://schemas.microsoft.com/office/drawing/2014/main" val="1123608491"/>
                    </a:ext>
                  </a:extLst>
                </a:gridCol>
              </a:tblGrid>
              <a:tr h="326129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Type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MODEL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INPUT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OUTPUT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Comments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2761"/>
                  </a:ext>
                </a:extLst>
              </a:tr>
              <a:tr h="428827">
                <a:tc rowSpan="3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Frontier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GPT- 5.6 Sol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$5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$30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Flagship reasoning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66558"/>
                  </a:ext>
                </a:extLst>
              </a:tr>
              <a:tr h="397304"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Claude Fable 5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$10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$50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Difficult knowledge work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61031"/>
                  </a:ext>
                </a:extLst>
              </a:tr>
              <a:tr h="428827"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Gemini 3.1 Pro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$12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Frontier-value, long context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52137"/>
                  </a:ext>
                </a:extLst>
              </a:tr>
              <a:tr h="312232">
                <a:tc rowSpan="3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Workhorse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GPT- 5.6 Terra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$2.50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$15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Balanced Default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868193"/>
                  </a:ext>
                </a:extLst>
              </a:tr>
              <a:tr h="397304"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Claude Sonnet 5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$3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$15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Enterprise Workhorse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506193"/>
                  </a:ext>
                </a:extLst>
              </a:tr>
              <a:tr h="428827"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Gemini 3.5 Flash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$1.50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$9.00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Manrope" pitchFamily="2" charset="0"/>
                        </a:rPr>
                        <a:t>Fast value tier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8244"/>
                  </a:ext>
                </a:extLst>
              </a:tr>
              <a:tr h="428827">
                <a:tc rowSpan="3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Manrope" pitchFamily="2" charset="0"/>
                        </a:rPr>
                        <a:t>Open-weight hosted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DeepSeek V4 (open)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$0.44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$0.87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Manrope" pitchFamily="2" charset="0"/>
                        </a:rPr>
                        <a:t>High-end open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742009"/>
                  </a:ext>
                </a:extLst>
              </a:tr>
              <a:tr h="428827"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Llama-class, hosted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$1.95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$2.56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Strong open enterprise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752137"/>
                  </a:ext>
                </a:extLst>
              </a:tr>
              <a:tr h="428827">
                <a:tc vMerge="1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Gemma 3 27B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$0.23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$0.38</a:t>
                      </a:r>
                      <a:endParaRPr lang="en-US" sz="16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Low-cost open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883283"/>
                  </a:ext>
                </a:extLst>
              </a:tr>
            </a:tbl>
          </a:graphicData>
        </a:graphic>
      </p:graphicFrame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7976" y="3396740"/>
            <a:ext cx="298768" cy="2987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825526"/>
            <a:ext cx="3670250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1000" y="1825526"/>
            <a:ext cx="38100" cy="1219200"/>
          </a:xfrm>
          <a:prstGeom prst="rect">
            <a:avLst/>
          </a:prstGeom>
          <a:solidFill>
            <a:srgbClr val="D25C64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6750" y="2073176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D25C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PER-REQUEST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6750" y="2380986"/>
            <a:ext cx="325057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Tools bill per call </a:t>
            </a:r>
            <a:endParaRPr lang="en-US" sz="135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60800" y="1825526"/>
            <a:ext cx="3670250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60800" y="1825526"/>
            <a:ext cx="38100" cy="1219200"/>
          </a:xfrm>
          <a:prstGeom prst="rect">
            <a:avLst/>
          </a:prstGeom>
          <a:solidFill>
            <a:srgbClr val="E9990B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46550" y="2073176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COMPUTE-HOUR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46550" y="2380986"/>
            <a:ext cx="325057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Dedicated GPUs</a:t>
            </a:r>
            <a:endParaRPr lang="en-US" sz="1350" b="1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40601" y="1825526"/>
            <a:ext cx="3670399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140601" y="1825526"/>
            <a:ext cx="38100" cy="1219200"/>
          </a:xfrm>
          <a:prstGeom prst="rect">
            <a:avLst/>
          </a:prstGeom>
          <a:solidFill>
            <a:srgbClr val="D25C64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26351" y="2073176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D25C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FINE-TUNING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426351" y="2380986"/>
            <a:ext cx="325073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Billed per training hour</a:t>
            </a:r>
            <a:endParaRPr lang="en-US" sz="1350" b="1" dirty="0">
              <a:latin typeface="Manrope" pitchFamily="2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85B12C52-E0B6-41B4-5E21-F2693D89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BEYOND TOKENS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073EF0B-F50D-D6F2-F7F9-DDC9839E2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Requests, compute hours and customisation</a:t>
            </a:r>
          </a:p>
        </p:txBody>
      </p:sp>
      <p:sp>
        <p:nvSpPr>
          <p:cNvPr id="3" name="Text 38">
            <a:extLst>
              <a:ext uri="{FF2B5EF4-FFF2-40B4-BE49-F238E27FC236}">
                <a16:creationId xmlns:a16="http://schemas.microsoft.com/office/drawing/2014/main" id="{361FB035-4416-D8D1-DCD3-9A5E1939F545}"/>
              </a:ext>
            </a:extLst>
          </p:cNvPr>
          <p:cNvSpPr/>
          <p:nvPr/>
        </p:nvSpPr>
        <p:spPr>
          <a:xfrm>
            <a:off x="381000" y="3152511"/>
            <a:ext cx="3670250" cy="2841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Tools are billed separately from base tokens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</a:rPr>
              <a:t>File Search: $2.50 per 1k tool calls + $0.10/GB/day storage.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</a:rPr>
              <a:t>Gemini 3 grounding: 5,000 free prompts/month, then $14 per 1,000 search queries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5" name="Text 38">
            <a:extLst>
              <a:ext uri="{FF2B5EF4-FFF2-40B4-BE49-F238E27FC236}">
                <a16:creationId xmlns:a16="http://schemas.microsoft.com/office/drawing/2014/main" id="{3D452C74-C340-0F44-C260-6B177080E735}"/>
              </a:ext>
            </a:extLst>
          </p:cNvPr>
          <p:cNvSpPr/>
          <p:nvPr/>
        </p:nvSpPr>
        <p:spPr>
          <a:xfrm>
            <a:off x="4260875" y="3152511"/>
            <a:ext cx="3670250" cy="3070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Pay for reserved capacity, not tokens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</a:rPr>
              <a:t>Dedicated inference: $0.50/</a:t>
            </a:r>
            <a:r>
              <a:rPr lang="en-US" sz="1600" dirty="0" err="1">
                <a:latin typeface="Manrope" pitchFamily="34" charset="0"/>
              </a:rPr>
              <a:t>hr</a:t>
            </a:r>
            <a:r>
              <a:rPr lang="en-US" sz="1600" dirty="0">
                <a:latin typeface="Manrope" pitchFamily="34" charset="0"/>
              </a:rPr>
              <a:t> (T4), $4.50/</a:t>
            </a:r>
            <a:r>
              <a:rPr lang="en-US" sz="1600" dirty="0" err="1">
                <a:latin typeface="Manrope" pitchFamily="34" charset="0"/>
              </a:rPr>
              <a:t>hr</a:t>
            </a:r>
            <a:r>
              <a:rPr lang="en-US" sz="1600" dirty="0">
                <a:latin typeface="Manrope" pitchFamily="34" charset="0"/>
              </a:rPr>
              <a:t> (H100), $74/</a:t>
            </a:r>
            <a:r>
              <a:rPr lang="en-US" sz="1600" dirty="0" err="1">
                <a:latin typeface="Manrope" pitchFamily="34" charset="0"/>
              </a:rPr>
              <a:t>hr</a:t>
            </a:r>
            <a:r>
              <a:rPr lang="en-US" sz="1600" dirty="0">
                <a:latin typeface="Manrope" pitchFamily="34" charset="0"/>
              </a:rPr>
              <a:t> (8×B200).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</a:rPr>
              <a:t>AWS Bedrock : Llama 3.1 70B needs 8 units; no-commit throughput is $0.05718/min/unit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9" name="Text 38">
            <a:extLst>
              <a:ext uri="{FF2B5EF4-FFF2-40B4-BE49-F238E27FC236}">
                <a16:creationId xmlns:a16="http://schemas.microsoft.com/office/drawing/2014/main" id="{561E2F69-978A-51FE-041A-8D73F1F6973D}"/>
              </a:ext>
            </a:extLst>
          </p:cNvPr>
          <p:cNvSpPr/>
          <p:nvPr/>
        </p:nvSpPr>
        <p:spPr>
          <a:xfrm>
            <a:off x="8140750" y="3152511"/>
            <a:ext cx="3670250" cy="3070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Train once, serve separately.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</a:rPr>
              <a:t>OpenAI RFT: $100/hour; grader tokens billed separately.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Manrope" pitchFamily="34" charset="0"/>
              </a:rPr>
              <a:t>Bedrock fine-tuning: Llama 2 70B is $7.99 per 1M training tokens, $1.95 storage, and $23.50/hour per model unit for no-commit provisioned throughput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FE6D2D-0CBE-8D5D-1FFB-5B37E4DD6E74}"/>
              </a:ext>
            </a:extLst>
          </p:cNvPr>
          <p:cNvCxnSpPr/>
          <p:nvPr/>
        </p:nvCxnSpPr>
        <p:spPr>
          <a:xfrm>
            <a:off x="4127400" y="1585534"/>
            <a:ext cx="0" cy="45218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761219-106B-1D1C-4854-878789E12963}"/>
              </a:ext>
            </a:extLst>
          </p:cNvPr>
          <p:cNvCxnSpPr/>
          <p:nvPr/>
        </p:nvCxnSpPr>
        <p:spPr>
          <a:xfrm>
            <a:off x="8045325" y="1585534"/>
            <a:ext cx="0" cy="452185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446572" y="1835151"/>
            <a:ext cx="6853089" cy="819150"/>
          </a:xfrm>
          <a:prstGeom prst="rect">
            <a:avLst/>
          </a:prstGeom>
          <a:solidFill>
            <a:srgbClr val="002060"/>
          </a:solidFill>
          <a:ln/>
        </p:spPr>
        <p:txBody>
          <a:bodyPr anchor="ctr"/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2322" y="2153345"/>
            <a:ext cx="2183334" cy="234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Late 2022-23 (GPT -4)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65993" y="2101851"/>
            <a:ext cx="95854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$30/60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11970" y="2730501"/>
            <a:ext cx="5722293" cy="819150"/>
          </a:xfrm>
          <a:prstGeom prst="rect">
            <a:avLst/>
          </a:prstGeom>
          <a:solidFill>
            <a:srgbClr val="0A4F9E"/>
          </a:solidFill>
          <a:ln/>
        </p:spPr>
        <p:txBody>
          <a:bodyPr anchor="ctr"/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98406" y="3048695"/>
            <a:ext cx="18859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 (GPT-4o)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80733" y="2997201"/>
            <a:ext cx="1453529" cy="3372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~$2.5/10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577294" y="3625851"/>
            <a:ext cx="4591645" cy="819150"/>
          </a:xfrm>
          <a:prstGeom prst="rect">
            <a:avLst/>
          </a:prstGeom>
          <a:solidFill>
            <a:srgbClr val="1268B3"/>
          </a:solidFill>
          <a:ln/>
        </p:spPr>
        <p:txBody>
          <a:bodyPr anchor="ctr"/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620217" y="3944045"/>
            <a:ext cx="2317389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Early 2026 (GPT-5.6 Luna)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40907" y="3892551"/>
            <a:ext cx="671896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$1/6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142617" y="4521201"/>
            <a:ext cx="3460998" cy="819150"/>
          </a:xfrm>
          <a:prstGeom prst="rect">
            <a:avLst/>
          </a:prstGeom>
          <a:solidFill>
            <a:srgbClr val="2B8FD6"/>
          </a:solidFill>
          <a:ln/>
        </p:spPr>
        <p:txBody>
          <a:bodyPr anchor="ctr"/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237614" y="4856533"/>
            <a:ext cx="1645920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Economy tier</a:t>
            </a:r>
            <a:b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(DeepSeek V4 pro)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76304" y="4768851"/>
            <a:ext cx="91440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$0.44/0.87</a:t>
            </a:r>
            <a:endParaRPr lang="en-US" sz="2000" dirty="0">
              <a:latin typeface="Manrope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495199" y="3005733"/>
            <a:ext cx="22860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b="1" kern="0" spc="-189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~10×</a:t>
            </a:r>
            <a:endParaRPr lang="en-US" sz="6000" dirty="0">
              <a:latin typeface="Manrope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529508" y="3763863"/>
            <a:ext cx="2878168" cy="200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~10x cheaper across successive generations and pricing reprices frequently; while usage grows even faster.</a:t>
            </a:r>
            <a:endParaRPr lang="en-US" b="1" dirty="0">
              <a:latin typeface="Manrope" pitchFamily="2" charset="0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26203BC-C76C-D615-7DAB-38D6E21E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LLMFLATION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9B2D8FD-9F57-12E7-374F-3556413E4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Frontier-class intelligence keeps getting cheaper</a:t>
            </a:r>
          </a:p>
        </p:txBody>
      </p:sp>
      <p:sp>
        <p:nvSpPr>
          <p:cNvPr id="4" name="Text 17">
            <a:extLst>
              <a:ext uri="{FF2B5EF4-FFF2-40B4-BE49-F238E27FC236}">
                <a16:creationId xmlns:a16="http://schemas.microsoft.com/office/drawing/2014/main" id="{F02E26F3-C871-D21E-3EBA-57ED3DA43A62}"/>
              </a:ext>
            </a:extLst>
          </p:cNvPr>
          <p:cNvSpPr/>
          <p:nvPr/>
        </p:nvSpPr>
        <p:spPr>
          <a:xfrm>
            <a:off x="446572" y="6115050"/>
            <a:ext cx="7884713" cy="315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Note: Illustrative list prices; comparable capability, not identical models</a:t>
            </a:r>
            <a:endParaRPr lang="en-US" sz="1400" i="1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03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SUPPLY-SIDE COST DRIVERS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What a token actually costs to produce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2326392" y="1811339"/>
            <a:ext cx="1008000" cy="648000"/>
          </a:xfrm>
          <a:prstGeom prst="trapezoid">
            <a:avLst>
              <a:gd name="adj" fmla="val 86058"/>
            </a:avLst>
          </a:prstGeom>
          <a:solidFill>
            <a:srgbClr val="002060"/>
          </a:solidFill>
          <a:ln/>
        </p:spPr>
        <p:txBody>
          <a:bodyPr>
            <a:noAutofit/>
          </a:bodyPr>
          <a:lstStyle/>
          <a:p>
            <a:endParaRPr lang="en-IN" sz="14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894964" y="2117568"/>
            <a:ext cx="1870856" cy="213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Margin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660392" y="2509790"/>
            <a:ext cx="2340000" cy="792000"/>
          </a:xfrm>
          <a:prstGeom prst="trapezoid">
            <a:avLst>
              <a:gd name="adj" fmla="val 74697"/>
            </a:avLst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sz="140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94964" y="2752307"/>
            <a:ext cx="1870856" cy="213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12392" y="3334992"/>
            <a:ext cx="3636000" cy="792000"/>
          </a:xfrm>
          <a:prstGeom prst="trapezoid">
            <a:avLst>
              <a:gd name="adj" fmla="val 64337"/>
            </a:avLst>
          </a:prstGeom>
          <a:solidFill>
            <a:srgbClr val="2B8FD6"/>
          </a:solidFill>
          <a:ln/>
        </p:spPr>
        <p:txBody>
          <a:bodyPr>
            <a:noAutofit/>
          </a:bodyPr>
          <a:lstStyle/>
          <a:p>
            <a:endParaRPr lang="en-IN" sz="1400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894964" y="3555808"/>
            <a:ext cx="1870856" cy="45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Ops &amp; energy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 rot="10800000" flipV="1">
            <a:off x="328393" y="4181320"/>
            <a:ext cx="5004000" cy="792000"/>
          </a:xfrm>
          <a:prstGeom prst="trapezoid">
            <a:avLst>
              <a:gd name="adj" fmla="val 66709"/>
            </a:avLst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14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894964" y="4416553"/>
            <a:ext cx="1870856" cy="213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Inference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156246" y="1915925"/>
            <a:ext cx="198398" cy="198398"/>
          </a:xfrm>
          <a:prstGeom prst="roundRect">
            <a:avLst>
              <a:gd name="adj" fmla="val 21429"/>
            </a:avLst>
          </a:prstGeom>
          <a:solidFill>
            <a:srgbClr val="002060"/>
          </a:solidFill>
          <a:ln/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53043" y="1859240"/>
            <a:ext cx="3332915" cy="368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Margin &amp; R&amp;D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53043" y="2151226"/>
            <a:ext cx="4564136" cy="45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Value-based at the frontier; razor-thin for hosts.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56246" y="2798754"/>
            <a:ext cx="198398" cy="198398"/>
          </a:xfrm>
          <a:prstGeom prst="roundRect">
            <a:avLst>
              <a:gd name="adj" fmla="val 21429"/>
            </a:avLst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53043" y="2742069"/>
            <a:ext cx="3543049" cy="368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Training amortisation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53043" y="3034055"/>
            <a:ext cx="4737391" cy="40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$100M–$1B+ per model, recovered in 12–18 months.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56246" y="3681582"/>
            <a:ext cx="198398" cy="198398"/>
          </a:xfrm>
          <a:prstGeom prst="roundRect">
            <a:avLst>
              <a:gd name="adj" fmla="val 21429"/>
            </a:avLst>
          </a:prstGeom>
          <a:solidFill>
            <a:srgbClr val="2B8FD6"/>
          </a:solidFill>
          <a:ln/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53043" y="3624897"/>
            <a:ext cx="4182794" cy="368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Energy, datacentre &amp; ops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553043" y="3916884"/>
            <a:ext cx="5408770" cy="450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~700W per GPU plus cooling, networking, idle headroom.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156246" y="4564411"/>
            <a:ext cx="198398" cy="198398"/>
          </a:xfrm>
          <a:prstGeom prst="roundRect">
            <a:avLst>
              <a:gd name="adj" fmla="val 21429"/>
            </a:avLst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553043" y="4507726"/>
            <a:ext cx="4049145" cy="368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Inference COGS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53043" y="4799712"/>
            <a:ext cx="4920271" cy="34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GPU depreciation dominates — 50–60% of serving cost.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45B4A5D2-FBA0-4569-9007-A2CF5340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SUPPLIER COST STACK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68FFE19-77BB-79EC-0F05-DF9348410F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IN" dirty="0"/>
              <a:t>Token prices are a markup over a physical floor</a:t>
            </a:r>
          </a:p>
        </p:txBody>
      </p:sp>
      <p:sp>
        <p:nvSpPr>
          <p:cNvPr id="187" name="Shape 188"/>
          <p:cNvSpPr/>
          <p:nvPr/>
        </p:nvSpPr>
        <p:spPr>
          <a:xfrm>
            <a:off x="188495" y="5228499"/>
            <a:ext cx="11815010" cy="1063017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89" name="Bar 190"/>
          <p:cNvSpPr/>
          <p:nvPr/>
        </p:nvSpPr>
        <p:spPr>
          <a:xfrm>
            <a:off x="188495" y="5210400"/>
            <a:ext cx="38100" cy="1064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92"/>
          <p:cNvSpPr/>
          <p:nvPr/>
        </p:nvSpPr>
        <p:spPr>
          <a:xfrm>
            <a:off x="350809" y="5339027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STRUCTURAL ASYMMETRY</a:t>
            </a:r>
          </a:p>
        </p:txBody>
      </p:sp>
      <p:sp>
        <p:nvSpPr>
          <p:cNvPr id="193" name="Text 194"/>
          <p:cNvSpPr/>
          <p:nvPr/>
        </p:nvSpPr>
        <p:spPr>
          <a:xfrm>
            <a:off x="350809" y="5599027"/>
            <a:ext cx="11652696" cy="304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400" dirty="0">
                <a:latin typeface="Manrope" pitchFamily="34" charset="0"/>
              </a:rPr>
              <a:t>Proprietary vendors carry the full stack above inference; open-weight hosts usually only monetize the serving layer, so they can often price much lower for similar capability.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B554336-AF84-676B-0CAF-39A63BF08806}"/>
              </a:ext>
            </a:extLst>
          </p:cNvPr>
          <p:cNvSpPr/>
          <p:nvPr/>
        </p:nvSpPr>
        <p:spPr>
          <a:xfrm>
            <a:off x="2090820" y="2440461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945DAC6-683F-56EF-6142-F7673B51396C}"/>
              </a:ext>
            </a:extLst>
          </p:cNvPr>
          <p:cNvSpPr/>
          <p:nvPr/>
        </p:nvSpPr>
        <p:spPr>
          <a:xfrm>
            <a:off x="2110672" y="2481589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A2E543AE-503B-0FF0-9609-05CAACC330BC}"/>
              </a:ext>
            </a:extLst>
          </p:cNvPr>
          <p:cNvSpPr/>
          <p:nvPr/>
        </p:nvSpPr>
        <p:spPr>
          <a:xfrm>
            <a:off x="1354220" y="3207477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6579FC85-0F5E-95DA-24CC-11502ACD1FFE}"/>
              </a:ext>
            </a:extLst>
          </p:cNvPr>
          <p:cNvSpPr/>
          <p:nvPr/>
        </p:nvSpPr>
        <p:spPr>
          <a:xfrm>
            <a:off x="1374072" y="3248605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</a:rPr>
              <a:t>2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D08C05ED-CFD7-69EC-76B2-2B8687404715}"/>
              </a:ext>
            </a:extLst>
          </p:cNvPr>
          <p:cNvSpPr/>
          <p:nvPr/>
        </p:nvSpPr>
        <p:spPr>
          <a:xfrm>
            <a:off x="707145" y="4105087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F68199CC-3392-E13D-ACC8-0F63935D0F4D}"/>
              </a:ext>
            </a:extLst>
          </p:cNvPr>
          <p:cNvSpPr/>
          <p:nvPr/>
        </p:nvSpPr>
        <p:spPr>
          <a:xfrm>
            <a:off x="726997" y="4146215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E645CA-DED5-6300-B0F2-8CC00CAD70A4}"/>
              </a:ext>
            </a:extLst>
          </p:cNvPr>
          <p:cNvCxnSpPr>
            <a:stCxn id="9" idx="2"/>
            <a:endCxn id="21" idx="0"/>
          </p:cNvCxnSpPr>
          <p:nvPr/>
        </p:nvCxnSpPr>
        <p:spPr>
          <a:xfrm>
            <a:off x="5306619" y="2273201"/>
            <a:ext cx="0" cy="2396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4"/>
          <p:cNvSpPr/>
          <p:nvPr/>
        </p:nvSpPr>
        <p:spPr>
          <a:xfrm>
            <a:off x="381001" y="1825527"/>
            <a:ext cx="4362450" cy="3310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000" b="1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cost ≈ FLOPs required × how efficiently the hardware runs. Both terms are design choices.</a:t>
            </a:r>
            <a:endParaRPr lang="en-US" sz="3000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97069" y="1816001"/>
            <a:ext cx="419100" cy="419100"/>
          </a:xfrm>
          <a:prstGeom prst="ellipse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58969" y="181600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25719" y="1901726"/>
            <a:ext cx="45101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6 × D × N rule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25718" y="2168426"/>
            <a:ext cx="5208981" cy="397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Training FLOPs scale with parameters × training tokens.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97069" y="2712145"/>
            <a:ext cx="419100" cy="4191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58969" y="271214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25719" y="2797870"/>
            <a:ext cx="3964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Chinchilla balance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25718" y="3064571"/>
            <a:ext cx="60852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Smaller models on more data beat bigger, undertrained ones.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97069" y="3659088"/>
            <a:ext cx="419100" cy="4191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58969" y="365908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25719" y="3744813"/>
            <a:ext cx="44151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Utilisation (MFU)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725718" y="4011513"/>
            <a:ext cx="60852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Real clusters hit 30–50% of peak : 2× MFU ≈ half the cost.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97069" y="4669532"/>
            <a:ext cx="419100" cy="4191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58969" y="466953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725719" y="4755257"/>
            <a:ext cx="380795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 short half-life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25719" y="5021956"/>
            <a:ext cx="6085280" cy="467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$100M+ frontier runs must be amortized over a short commercial life, often 12–18 months.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A969A8FE-8B75-7A52-9104-F603DD1B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ECONOMICS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C84FD7B-7096-BD68-9FC4-9B7538361E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IN" dirty="0"/>
              <a:t>Compute, data and utilisation set training cost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06EB9AF-FBFE-AF9E-7629-5AEEB1526A4A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8C717FE-32F9-93E2-E452-6B889912AC5B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hip 102"/>
          <p:cNvSpPr/>
          <p:nvPr/>
        </p:nvSpPr>
        <p:spPr>
          <a:xfrm>
            <a:off x="381000" y="1650000"/>
            <a:ext cx="2050000" cy="1000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GRID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queues gate new capacity</a:t>
            </a:r>
          </a:p>
        </p:txBody>
      </p:sp>
      <p:sp>
        <p:nvSpPr>
          <p:cNvPr id="103" name="Arrow 104"/>
          <p:cNvSpPr/>
          <p:nvPr/>
        </p:nvSpPr>
        <p:spPr>
          <a:xfrm>
            <a:off x="2467000" y="2081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105" name="Chip 106"/>
          <p:cNvSpPr/>
          <p:nvPr/>
        </p:nvSpPr>
        <p:spPr>
          <a:xfrm>
            <a:off x="2731000" y="1650000"/>
            <a:ext cx="2050000" cy="100000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DATACENTRE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PUE 1.2–1.4 overhead</a:t>
            </a:r>
          </a:p>
        </p:txBody>
      </p:sp>
      <p:sp>
        <p:nvSpPr>
          <p:cNvPr id="107" name="Arrow 108"/>
          <p:cNvSpPr/>
          <p:nvPr/>
        </p:nvSpPr>
        <p:spPr>
          <a:xfrm>
            <a:off x="4817000" y="2081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109" name="Chip 110"/>
          <p:cNvSpPr/>
          <p:nvPr/>
        </p:nvSpPr>
        <p:spPr>
          <a:xfrm>
            <a:off x="5081000" y="1650000"/>
            <a:ext cx="2050000" cy="100000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SERVER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8× GPU node ≈ 10 kW</a:t>
            </a:r>
          </a:p>
        </p:txBody>
      </p:sp>
      <p:sp>
        <p:nvSpPr>
          <p:cNvPr id="111" name="Arrow 112"/>
          <p:cNvSpPr/>
          <p:nvPr/>
        </p:nvSpPr>
        <p:spPr>
          <a:xfrm>
            <a:off x="7167000" y="2081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113" name="Chip 114"/>
          <p:cNvSpPr/>
          <p:nvPr/>
        </p:nvSpPr>
        <p:spPr>
          <a:xfrm>
            <a:off x="7431000" y="1650000"/>
            <a:ext cx="2050000" cy="100000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GPU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~700 W each</a:t>
            </a:r>
          </a:p>
        </p:txBody>
      </p:sp>
      <p:sp>
        <p:nvSpPr>
          <p:cNvPr id="115" name="Arrow 116"/>
          <p:cNvSpPr/>
          <p:nvPr/>
        </p:nvSpPr>
        <p:spPr>
          <a:xfrm>
            <a:off x="9517000" y="208142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117" name="Chip 118"/>
          <p:cNvSpPr/>
          <p:nvPr/>
        </p:nvSpPr>
        <p:spPr>
          <a:xfrm>
            <a:off x="9781000" y="1650000"/>
            <a:ext cx="2050000" cy="1000000"/>
          </a:xfrm>
          <a:prstGeom prst="roundRect">
            <a:avLst>
              <a:gd name="adj" fmla="val 12000"/>
            </a:avLst>
          </a:prstGeom>
          <a:solidFill>
            <a:srgbClr val="00B0F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~0.0001–0.002 Wh</a:t>
            </a:r>
          </a:p>
        </p:txBody>
      </p:sp>
      <p:sp>
        <p:nvSpPr>
          <p:cNvPr id="119" name="Shape 120"/>
          <p:cNvSpPr/>
          <p:nvPr/>
        </p:nvSpPr>
        <p:spPr>
          <a:xfrm>
            <a:off x="381000" y="30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1" name="Text 122"/>
          <p:cNvSpPr/>
          <p:nvPr/>
        </p:nvSpPr>
        <p:spPr>
          <a:xfrm>
            <a:off x="552450" y="32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58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CLUSTER DRAW</a:t>
            </a:r>
          </a:p>
        </p:txBody>
      </p:sp>
      <p:sp>
        <p:nvSpPr>
          <p:cNvPr id="123" name="Text 124"/>
          <p:cNvSpPr/>
          <p:nvPr/>
        </p:nvSpPr>
        <p:spPr>
          <a:xfrm>
            <a:off x="552450" y="34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1.7–1.8 MW</a:t>
            </a:r>
          </a:p>
        </p:txBody>
      </p:sp>
      <p:sp>
        <p:nvSpPr>
          <p:cNvPr id="125" name="Text 126"/>
          <p:cNvSpPr/>
          <p:nvPr/>
        </p:nvSpPr>
        <p:spPr>
          <a:xfrm>
            <a:off x="552450" y="38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1,000 GPUs, continuous</a:t>
            </a:r>
          </a:p>
        </p:txBody>
      </p:sp>
      <p:sp>
        <p:nvSpPr>
          <p:cNvPr id="127" name="Shape 128"/>
          <p:cNvSpPr/>
          <p:nvPr/>
        </p:nvSpPr>
        <p:spPr>
          <a:xfrm>
            <a:off x="3277000" y="30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9" name="Text 130"/>
          <p:cNvSpPr/>
          <p:nvPr/>
        </p:nvSpPr>
        <p:spPr>
          <a:xfrm>
            <a:off x="3448450" y="32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58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ELECTRICITY BILL</a:t>
            </a:r>
          </a:p>
        </p:txBody>
      </p:sp>
      <p:sp>
        <p:nvSpPr>
          <p:cNvPr id="131" name="Text 132"/>
          <p:cNvSpPr/>
          <p:nvPr/>
        </p:nvSpPr>
        <p:spPr>
          <a:xfrm>
            <a:off x="3448450" y="34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$90–250K</a:t>
            </a:r>
          </a:p>
        </p:txBody>
      </p:sp>
      <p:sp>
        <p:nvSpPr>
          <p:cNvPr id="133" name="Text 134"/>
          <p:cNvSpPr/>
          <p:nvPr/>
        </p:nvSpPr>
        <p:spPr>
          <a:xfrm>
            <a:off x="3448450" y="38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month per 1,000 GPUs</a:t>
            </a:r>
          </a:p>
        </p:txBody>
      </p:sp>
      <p:sp>
        <p:nvSpPr>
          <p:cNvPr id="135" name="Shape 136"/>
          <p:cNvSpPr/>
          <p:nvPr/>
        </p:nvSpPr>
        <p:spPr>
          <a:xfrm>
            <a:off x="6173000" y="30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7" name="Text 138"/>
          <p:cNvSpPr/>
          <p:nvPr/>
        </p:nvSpPr>
        <p:spPr>
          <a:xfrm>
            <a:off x="6344450" y="32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58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ENERGY SHARE</a:t>
            </a:r>
          </a:p>
        </p:txBody>
      </p:sp>
      <p:sp>
        <p:nvSpPr>
          <p:cNvPr id="139" name="Text 140"/>
          <p:cNvSpPr/>
          <p:nvPr/>
        </p:nvSpPr>
        <p:spPr>
          <a:xfrm>
            <a:off x="6344450" y="34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10–20%</a:t>
            </a:r>
          </a:p>
        </p:txBody>
      </p:sp>
      <p:sp>
        <p:nvSpPr>
          <p:cNvPr id="141" name="Text 142"/>
          <p:cNvSpPr/>
          <p:nvPr/>
        </p:nvSpPr>
        <p:spPr>
          <a:xfrm>
            <a:off x="6344450" y="38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serving cost — capex is the rest</a:t>
            </a:r>
          </a:p>
        </p:txBody>
      </p:sp>
      <p:sp>
        <p:nvSpPr>
          <p:cNvPr id="143" name="Shape 144"/>
          <p:cNvSpPr/>
          <p:nvPr/>
        </p:nvSpPr>
        <p:spPr>
          <a:xfrm>
            <a:off x="9069000" y="30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45" name="Text 146"/>
          <p:cNvSpPr/>
          <p:nvPr/>
        </p:nvSpPr>
        <p:spPr>
          <a:xfrm>
            <a:off x="9240450" y="32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58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GRID QUEUE (US)</a:t>
            </a:r>
          </a:p>
        </p:txBody>
      </p:sp>
      <p:sp>
        <p:nvSpPr>
          <p:cNvPr id="147" name="Text 148"/>
          <p:cNvSpPr/>
          <p:nvPr/>
        </p:nvSpPr>
        <p:spPr>
          <a:xfrm>
            <a:off x="9240450" y="34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&gt;2,600 GW</a:t>
            </a:r>
          </a:p>
        </p:txBody>
      </p:sp>
      <p:sp>
        <p:nvSpPr>
          <p:cNvPr id="149" name="Text 150"/>
          <p:cNvSpPr/>
          <p:nvPr/>
        </p:nvSpPr>
        <p:spPr>
          <a:xfrm>
            <a:off x="9240450" y="38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projects awaiting connection</a:t>
            </a:r>
          </a:p>
        </p:txBody>
      </p:sp>
      <p:sp>
        <p:nvSpPr>
          <p:cNvPr id="151" name="Shape 152"/>
          <p:cNvSpPr/>
          <p:nvPr/>
        </p:nvSpPr>
        <p:spPr>
          <a:xfrm>
            <a:off x="381000" y="4599999"/>
            <a:ext cx="11430000" cy="1610301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53" name="Bar 154"/>
          <p:cNvSpPr/>
          <p:nvPr/>
        </p:nvSpPr>
        <p:spPr>
          <a:xfrm>
            <a:off x="381000" y="4684650"/>
            <a:ext cx="38100" cy="1464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6"/>
          <p:cNvSpPr/>
          <p:nvPr/>
        </p:nvSpPr>
        <p:spPr>
          <a:xfrm>
            <a:off x="666750" y="474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IS THE NEW MOAT</a:t>
            </a:r>
          </a:p>
        </p:txBody>
      </p:sp>
      <p:sp>
        <p:nvSpPr>
          <p:cNvPr id="157" name="Text 158"/>
          <p:cNvSpPr/>
          <p:nvPr/>
        </p:nvSpPr>
        <p:spPr>
          <a:xfrm>
            <a:off x="666750" y="5000000"/>
            <a:ext cx="11322050" cy="111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Energy is small per token but decisive at scale: it determines where capacity can be built at all. Grid access and long-duration power are now strategic constraints on inference supply.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i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Microsoft (Three Mile Island, 835 MW), AWS (Susquehanna, 1.92 GW) and Google (SMR fleet, 2030s) have locked in decade-long nuclear supply — a floor under long-run token prices.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ENERGY &amp; OPERATIONS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885612" cy="628650"/>
          </a:xfrm>
        </p:spPr>
        <p:txBody>
          <a:bodyPr/>
          <a:lstStyle/>
          <a:p>
            <a:r>
              <a:rPr lang="en-US" dirty="0"/>
              <a:t>Every token is converted electricity; power now gates supply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AC5DB95-1DA5-C4B7-4A27-3F99E6773ABC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531EB44-B4DB-2A01-45F6-DDE4A9CBB9D3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</a:rPr>
              <a:t>2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681147"/>
            <a:ext cx="3670250" cy="1368878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1000" y="1697188"/>
            <a:ext cx="38100" cy="1341120"/>
          </a:xfrm>
          <a:prstGeom prst="rect">
            <a:avLst/>
          </a:prstGeom>
          <a:solidFill>
            <a:srgbClr val="D25C64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1420" y="1763345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08" dirty="0">
                <a:solidFill>
                  <a:srgbClr val="D25C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MEMORY-BOUND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1420" y="2133317"/>
            <a:ext cx="3250577" cy="735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Each decode step rereads model weights from GPU memory; a 70B model runs at ~24 </a:t>
            </a:r>
            <a:r>
              <a:rPr lang="en-US" sz="140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tok</a:t>
            </a: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/s unbatched.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80850" y="3292376"/>
            <a:ext cx="3670250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80850" y="3292376"/>
            <a:ext cx="38100" cy="1219200"/>
          </a:xfrm>
          <a:prstGeom prst="rect">
            <a:avLst/>
          </a:prstGeom>
          <a:solidFill>
            <a:srgbClr val="E9990B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6600" y="3395647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08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BATCHING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66600" y="3703457"/>
            <a:ext cx="325057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Serving 32 requests together can cut per-token cost by ~85% for modest added latency.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80701" y="4915637"/>
            <a:ext cx="3670399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80701" y="4915637"/>
            <a:ext cx="38100" cy="1219200"/>
          </a:xfrm>
          <a:prstGeom prst="rect">
            <a:avLst/>
          </a:prstGeom>
          <a:solidFill>
            <a:srgbClr val="D25C64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6451" y="5009283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108" dirty="0">
                <a:solidFill>
                  <a:srgbClr val="D25C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KV-CACHE TAX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66451" y="5317093"/>
            <a:ext cx="325073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Long context uses GPU memory and reduces the batch size the GPU can hold.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85B12C52-E0B6-41B4-5E21-F2693D89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INFERENCE ECONOMICS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073EF0B-F50D-D6F2-F7F9-DDC9839E2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Serving cost is set by memory, not math</a:t>
            </a:r>
          </a:p>
        </p:txBody>
      </p:sp>
      <p:sp>
        <p:nvSpPr>
          <p:cNvPr id="195" name="Text 196"/>
          <p:cNvSpPr/>
          <p:nvPr/>
        </p:nvSpPr>
        <p:spPr>
          <a:xfrm>
            <a:off x="4450000" y="1600000"/>
            <a:ext cx="60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8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BATCHING IN NUMBERS</a:t>
            </a:r>
          </a:p>
        </p:txBody>
      </p:sp>
      <p:sp>
        <p:nvSpPr>
          <p:cNvPr id="197" name="Shape 198"/>
          <p:cNvSpPr/>
          <p:nvPr/>
        </p:nvSpPr>
        <p:spPr>
          <a:xfrm>
            <a:off x="4450000" y="1950000"/>
            <a:ext cx="3550000" cy="130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99" name="Text 200"/>
          <p:cNvSpPr/>
          <p:nvPr/>
        </p:nvSpPr>
        <p:spPr>
          <a:xfrm>
            <a:off x="4621450" y="2110000"/>
            <a:ext cx="3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UNBATCHED 70B</a:t>
            </a:r>
          </a:p>
        </p:txBody>
      </p:sp>
      <p:sp>
        <p:nvSpPr>
          <p:cNvPr id="201" name="Text 202"/>
          <p:cNvSpPr/>
          <p:nvPr/>
        </p:nvSpPr>
        <p:spPr>
          <a:xfrm>
            <a:off x="4621450" y="2350000"/>
            <a:ext cx="320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~24 tok/s</a:t>
            </a:r>
          </a:p>
        </p:txBody>
      </p:sp>
      <p:sp>
        <p:nvSpPr>
          <p:cNvPr id="203" name="Text 204"/>
          <p:cNvSpPr/>
          <p:nvPr/>
        </p:nvSpPr>
        <p:spPr>
          <a:xfrm>
            <a:off x="4621450" y="2850000"/>
            <a:ext cx="320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memory-starved; arithmetic idle</a:t>
            </a:r>
          </a:p>
        </p:txBody>
      </p:sp>
      <p:sp>
        <p:nvSpPr>
          <p:cNvPr id="205" name="Shape 206"/>
          <p:cNvSpPr/>
          <p:nvPr/>
        </p:nvSpPr>
        <p:spPr>
          <a:xfrm>
            <a:off x="8250000" y="1950000"/>
            <a:ext cx="3550000" cy="130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07" name="Text 208"/>
          <p:cNvSpPr/>
          <p:nvPr/>
        </p:nvSpPr>
        <p:spPr>
          <a:xfrm>
            <a:off x="8421450" y="2110000"/>
            <a:ext cx="3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WELL-BATCHED NODE</a:t>
            </a:r>
          </a:p>
        </p:txBody>
      </p:sp>
      <p:sp>
        <p:nvSpPr>
          <p:cNvPr id="209" name="Text 210"/>
          <p:cNvSpPr/>
          <p:nvPr/>
        </p:nvSpPr>
        <p:spPr>
          <a:xfrm>
            <a:off x="8421450" y="2350000"/>
            <a:ext cx="320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~5,000 tok/s</a:t>
            </a:r>
          </a:p>
        </p:txBody>
      </p:sp>
      <p:sp>
        <p:nvSpPr>
          <p:cNvPr id="211" name="Text 212"/>
          <p:cNvSpPr/>
          <p:nvPr/>
        </p:nvSpPr>
        <p:spPr>
          <a:xfrm>
            <a:off x="8421450" y="2850000"/>
            <a:ext cx="320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continuous batching, 64–512 reqs</a:t>
            </a:r>
          </a:p>
        </p:txBody>
      </p:sp>
      <p:sp>
        <p:nvSpPr>
          <p:cNvPr id="213" name="Shape 214"/>
          <p:cNvSpPr/>
          <p:nvPr/>
        </p:nvSpPr>
        <p:spPr>
          <a:xfrm>
            <a:off x="4450000" y="3450000"/>
            <a:ext cx="3550000" cy="130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15" name="Text 216"/>
          <p:cNvSpPr/>
          <p:nvPr/>
        </p:nvSpPr>
        <p:spPr>
          <a:xfrm>
            <a:off x="4621450" y="3610000"/>
            <a:ext cx="3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PER-TOKEN COST</a:t>
            </a:r>
          </a:p>
        </p:txBody>
      </p:sp>
      <p:sp>
        <p:nvSpPr>
          <p:cNvPr id="217" name="Text 218"/>
          <p:cNvSpPr/>
          <p:nvPr/>
        </p:nvSpPr>
        <p:spPr>
          <a:xfrm>
            <a:off x="4621450" y="3850000"/>
            <a:ext cx="320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−85%</a:t>
            </a:r>
          </a:p>
        </p:txBody>
      </p:sp>
      <p:sp>
        <p:nvSpPr>
          <p:cNvPr id="219" name="Text 220"/>
          <p:cNvSpPr/>
          <p:nvPr/>
        </p:nvSpPr>
        <p:spPr>
          <a:xfrm>
            <a:off x="4621450" y="4350000"/>
            <a:ext cx="320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~20% added latency</a:t>
            </a:r>
          </a:p>
        </p:txBody>
      </p:sp>
      <p:sp>
        <p:nvSpPr>
          <p:cNvPr id="221" name="Shape 222"/>
          <p:cNvSpPr/>
          <p:nvPr/>
        </p:nvSpPr>
        <p:spPr>
          <a:xfrm>
            <a:off x="8250000" y="3450000"/>
            <a:ext cx="3550000" cy="130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23" name="Text 224"/>
          <p:cNvSpPr/>
          <p:nvPr/>
        </p:nvSpPr>
        <p:spPr>
          <a:xfrm>
            <a:off x="8421450" y="3610000"/>
            <a:ext cx="3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FASTEST SERVING</a:t>
            </a:r>
          </a:p>
        </p:txBody>
      </p:sp>
      <p:sp>
        <p:nvSpPr>
          <p:cNvPr id="225" name="Text 226"/>
          <p:cNvSpPr/>
          <p:nvPr/>
        </p:nvSpPr>
        <p:spPr>
          <a:xfrm>
            <a:off x="8421450" y="3850000"/>
            <a:ext cx="320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≈3× floor</a:t>
            </a:r>
          </a:p>
        </p:txBody>
      </p:sp>
      <p:sp>
        <p:nvSpPr>
          <p:cNvPr id="227" name="Text 228"/>
          <p:cNvSpPr/>
          <p:nvPr/>
        </p:nvSpPr>
        <p:spPr>
          <a:xfrm>
            <a:off x="8421450" y="4350000"/>
            <a:ext cx="320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latency costs ~3× cheapest</a:t>
            </a:r>
          </a:p>
        </p:txBody>
      </p:sp>
      <p:sp>
        <p:nvSpPr>
          <p:cNvPr id="229" name="Shape 230"/>
          <p:cNvSpPr/>
          <p:nvPr/>
        </p:nvSpPr>
        <p:spPr>
          <a:xfrm>
            <a:off x="4450000" y="5037101"/>
            <a:ext cx="7350000" cy="109773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31" name="Bar 232"/>
          <p:cNvSpPr/>
          <p:nvPr/>
        </p:nvSpPr>
        <p:spPr>
          <a:xfrm>
            <a:off x="4479150" y="5083748"/>
            <a:ext cx="38100" cy="10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234"/>
          <p:cNvSpPr/>
          <p:nvPr/>
        </p:nvSpPr>
        <p:spPr>
          <a:xfrm>
            <a:off x="4735750" y="5140000"/>
            <a:ext cx="685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OPERATOR'S OBSESSION</a:t>
            </a:r>
          </a:p>
        </p:txBody>
      </p:sp>
      <p:sp>
        <p:nvSpPr>
          <p:cNvPr id="235" name="Text 236"/>
          <p:cNvSpPr/>
          <p:nvPr/>
        </p:nvSpPr>
        <p:spPr>
          <a:xfrm>
            <a:off x="4735750" y="5400000"/>
            <a:ext cx="706425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Serving cost depends mostly on batch size and utilization. Relaxing latency SLAs (batch lanes, async agents) recovers most of the 3× speed premium.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EE23D8CF-25C5-9550-9AB8-A345CF8F66E3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0A248CD-1D09-D4AB-7FD7-1C2FF2D15FA5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82600" y="1038002"/>
            <a:ext cx="4647843" cy="268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8× H100 node at </a:t>
            </a:r>
            <a:r>
              <a:rPr lang="en-US" sz="3000" b="1" kern="0" spc="-45" dirty="0">
                <a:solidFill>
                  <a:srgbClr val="FF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$36/hr</a:t>
            </a:r>
            <a:r>
              <a:rPr lang="en-US" sz="3000" b="1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well batched at </a:t>
            </a:r>
            <a:r>
              <a:rPr lang="en-US" sz="3000" b="1" kern="0" spc="-45" dirty="0">
                <a:solidFill>
                  <a:srgbClr val="FF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~5,000 tok/s</a:t>
            </a:r>
            <a:r>
              <a:rPr lang="en-US" sz="3000" b="1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produces a million output tokens for about $2 </a:t>
            </a:r>
            <a:endParaRPr lang="en-US" sz="3000" dirty="0">
              <a:latin typeface="Manrope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63425" y="1682354"/>
            <a:ext cx="22860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189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~$2</a:t>
            </a:r>
            <a:endParaRPr lang="en-US" sz="63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63425" y="2750706"/>
            <a:ext cx="5596334" cy="89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marginal hardware cost per 1M output tokens — everything above this is cost stack and margin.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55E4E89-EB92-A066-0A46-27175354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BOTTOM-UP FLOOR</a:t>
            </a:r>
          </a:p>
        </p:txBody>
      </p:sp>
      <p:sp>
        <p:nvSpPr>
          <p:cNvPr id="241" name="Chip 242"/>
          <p:cNvSpPr/>
          <p:nvPr/>
        </p:nvSpPr>
        <p:spPr>
          <a:xfrm>
            <a:off x="971396" y="4339253"/>
            <a:ext cx="3670250" cy="110000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28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$0.04–0.90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open-weight hosts  (cost-plus) due to smaller models, cheaper hardware </a:t>
            </a:r>
          </a:p>
        </p:txBody>
      </p:sp>
      <p:sp>
        <p:nvSpPr>
          <p:cNvPr id="243" name="Chip 244"/>
          <p:cNvSpPr/>
          <p:nvPr/>
        </p:nvSpPr>
        <p:spPr>
          <a:xfrm>
            <a:off x="6514300" y="4307102"/>
            <a:ext cx="3670250" cy="1100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28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$10–30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frontier APIs  (value-priced) high due to large models and additional cost + margin 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D60FBD7-6D4B-B223-F24A-3F65B99A6A39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CF4E70D-C935-6EF3-462A-E51416487D13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75C883-DD47-F21C-A083-95494230E746}"/>
              </a:ext>
            </a:extLst>
          </p:cNvPr>
          <p:cNvSpPr txBox="1"/>
          <p:nvPr/>
        </p:nvSpPr>
        <p:spPr>
          <a:xfrm>
            <a:off x="340542" y="5854393"/>
            <a:ext cx="11610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kern="0" dirty="0">
                <a:solidFill>
                  <a:srgbClr val="6B6B6B"/>
                </a:solidFill>
                <a:latin typeface="Manrope" pitchFamily="34" charset="0"/>
              </a:rPr>
              <a:t>The $2/1M output figure is a derived, setup-specific floor for one serving configuration, not a universal floor; open-weight hosts can price lower when they use smaller models, cheaper hardware, or cache hits, and public rate cards show wide variation across models and infrastructure.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381000" y="1928366"/>
            <a:ext cx="4896791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800" dirty="0">
                <a:solidFill>
                  <a:srgbClr val="00B0F0"/>
                </a:solidFill>
                <a:latin typeface="Manrope" pitchFamily="2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1000" y="2298045"/>
            <a:ext cx="45348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kern="0" spc="-22" dirty="0">
                <a:solidFill>
                  <a:srgbClr val="404040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LoRA cuts trainable parameters by </a:t>
            </a:r>
            <a:r>
              <a:rPr lang="en-US" sz="2250" kern="0" spc="-22" dirty="0" err="1">
                <a:solidFill>
                  <a:srgbClr val="404040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upto</a:t>
            </a:r>
            <a:r>
              <a:rPr lang="en-US" sz="2250" kern="0" spc="-22" dirty="0">
                <a:solidFill>
                  <a:srgbClr val="404040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 10,000× — with no added inference latency.</a:t>
            </a:r>
            <a:endParaRPr lang="en-US" sz="2250" dirty="0">
              <a:latin typeface="Manrope Bold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6059" y="4332509"/>
            <a:ext cx="48967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 et al. · LoRA, arXiv 2021</a:t>
            </a:r>
            <a:endParaRPr lang="en-US" sz="1125" dirty="0">
              <a:latin typeface="Manrope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630466" y="2447826"/>
            <a:ext cx="6180534" cy="600075"/>
          </a:xfrm>
          <a:prstGeom prst="roundRect">
            <a:avLst>
              <a:gd name="adj" fmla="val 15873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231" y="2619276"/>
            <a:ext cx="289222" cy="2892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63866" y="2571148"/>
            <a:ext cx="5405700" cy="257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QLoRA tunes a 65B model on one 48GB GPU.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630466" y="3454301"/>
            <a:ext cx="6180534" cy="600075"/>
          </a:xfrm>
          <a:prstGeom prst="roundRect">
            <a:avLst>
              <a:gd name="adj" fmla="val 15873"/>
            </a:avLst>
          </a:prstGeom>
          <a:solidFill>
            <a:srgbClr val="E6F4EE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231" y="3625751"/>
            <a:ext cx="289222" cy="2892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63866" y="3577622"/>
            <a:ext cx="5405700" cy="359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Adapter projects cost thousands, not millions.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630466" y="4492594"/>
            <a:ext cx="6180534" cy="600075"/>
          </a:xfrm>
          <a:prstGeom prst="roundRect">
            <a:avLst>
              <a:gd name="adj" fmla="val 15873"/>
            </a:avLst>
          </a:prstGeom>
          <a:solidFill>
            <a:srgbClr val="FBF1DF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17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53231" y="4664044"/>
            <a:ext cx="289222" cy="2892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63866" y="4615915"/>
            <a:ext cx="5405700" cy="337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Distillation: up to 10× cheaper on narrow tasks.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218C1-0F70-D5FD-972F-76FFCF04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POST-TRAINING &amp; 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DA5E4-A5A1-61A3-4D24-9DAEAE8255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IN" dirty="0"/>
              <a:t>Customisation is cheap — if you use adapters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702B354-7CD2-4755-1A6A-681E45BEEBA5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17AFBCB-1448-5F41-1D5C-B0DB7DAE6518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A30B30A3-BA72-EC1F-6ACC-E6BA3BFBEE01}"/>
              </a:ext>
            </a:extLst>
          </p:cNvPr>
          <p:cNvSpPr/>
          <p:nvPr/>
        </p:nvSpPr>
        <p:spPr>
          <a:xfrm rot="10800000">
            <a:off x="-454478" y="3582713"/>
            <a:ext cx="4896791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4800" dirty="0">
                <a:solidFill>
                  <a:srgbClr val="00B0F0"/>
                </a:solidFill>
                <a:latin typeface="Manrope" pitchFamily="2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04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PROPRIETARY VS OPEN SOURCE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Two different businesses, two different prices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2AD6F49-0CB5-B512-EDC3-050107186E57}"/>
              </a:ext>
            </a:extLst>
          </p:cNvPr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117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89B21441-A0AE-A2EA-2A46-7551BEBF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COST STRUCTURES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76E6E5F-10C8-7388-4916-211902F199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Why the same capability differs 10× in price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1DAA43-12CE-E783-15AC-D32FBD4B7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573149"/>
              </p:ext>
            </p:extLst>
          </p:nvPr>
        </p:nvGraphicFramePr>
        <p:xfrm>
          <a:off x="306388" y="2090374"/>
          <a:ext cx="11428412" cy="288802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9684">
                  <a:extLst>
                    <a:ext uri="{9D8B030D-6E8A-4147-A177-3AD203B41FA5}">
                      <a16:colId xmlns:a16="http://schemas.microsoft.com/office/drawing/2014/main" val="2072410125"/>
                    </a:ext>
                  </a:extLst>
                </a:gridCol>
                <a:gridCol w="3149576">
                  <a:extLst>
                    <a:ext uri="{9D8B030D-6E8A-4147-A177-3AD203B41FA5}">
                      <a16:colId xmlns:a16="http://schemas.microsoft.com/office/drawing/2014/main" val="1433473293"/>
                    </a:ext>
                  </a:extLst>
                </a:gridCol>
                <a:gridCol w="3149576">
                  <a:extLst>
                    <a:ext uri="{9D8B030D-6E8A-4147-A177-3AD203B41FA5}">
                      <a16:colId xmlns:a16="http://schemas.microsoft.com/office/drawing/2014/main" val="1423213053"/>
                    </a:ext>
                  </a:extLst>
                </a:gridCol>
                <a:gridCol w="3149576">
                  <a:extLst>
                    <a:ext uri="{9D8B030D-6E8A-4147-A177-3AD203B41FA5}">
                      <a16:colId xmlns:a16="http://schemas.microsoft.com/office/drawing/2014/main" val="4254202822"/>
                    </a:ext>
                  </a:extLst>
                </a:gridCol>
              </a:tblGrid>
              <a:tr h="658963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Type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Proprietary APIs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Open-weight hosts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Self-hosted open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2761"/>
                  </a:ext>
                </a:extLst>
              </a:tr>
              <a:tr h="1114532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Cost Structure 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Value-priced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Cost-plus</a:t>
                      </a:r>
                      <a:endParaRPr lang="en-US" sz="1800" dirty="0">
                        <a:solidFill>
                          <a:schemeClr val="tx1"/>
                        </a:solidFill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Infra cost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66558"/>
                  </a:ext>
                </a:extLst>
              </a:tr>
              <a:tr h="1114532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Why price differs 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Recover training, R&amp;D, and frontier ops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No training cost; compete on serving efficiency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0" dirty="0">
                          <a:solidFill>
                            <a:schemeClr val="tx1"/>
                          </a:solidFill>
                          <a:latin typeface="Manrope" pitchFamily="2" charset="0"/>
                        </a:rPr>
                        <a:t>You pay GPUs + ops; maximum control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71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19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806476"/>
            <a:ext cx="3670250" cy="1305818"/>
          </a:xfrm>
          <a:prstGeom prst="roundRect">
            <a:avLst>
              <a:gd name="adj" fmla="val 8753"/>
            </a:avLst>
          </a:prstGeom>
          <a:solidFill>
            <a:srgbClr val="002060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9600" y="2016026"/>
            <a:ext cx="3309442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90" dirty="0">
                <a:solidFill>
                  <a:srgbClr val="FFFFFF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PREMIUM</a:t>
            </a:r>
            <a:endParaRPr lang="en-US" sz="1100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9600" y="2254151"/>
            <a:ext cx="3309442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63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100–500×</a:t>
            </a:r>
            <a:endParaRPr lang="en-US" sz="315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600" y="2731294"/>
            <a:ext cx="33094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8D1D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 commodity tiers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60800" y="1806476"/>
            <a:ext cx="3670250" cy="1305818"/>
          </a:xfrm>
          <a:prstGeom prst="roundRect">
            <a:avLst>
              <a:gd name="adj" fmla="val 8753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89400" y="2016026"/>
            <a:ext cx="33094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90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DEEPSEEK V4 PRICE</a:t>
            </a:r>
            <a:endParaRPr lang="en-US" sz="1100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89400" y="2254151"/>
            <a:ext cx="3309442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63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97% below</a:t>
            </a:r>
            <a:endParaRPr lang="en-US" sz="315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89400" y="2731294"/>
            <a:ext cx="33094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vs GPT-5.5-class list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40601" y="1806476"/>
            <a:ext cx="3670399" cy="1305818"/>
          </a:xfrm>
          <a:prstGeom prst="roundRect">
            <a:avLst>
              <a:gd name="adj" fmla="val 8753"/>
            </a:avLst>
          </a:prstGeom>
          <a:solidFill>
            <a:srgbClr val="002060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369201" y="2016026"/>
            <a:ext cx="3309595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kern="0" spc="90" dirty="0">
                <a:solidFill>
                  <a:srgbClr val="FFFFFF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HALF-LIFE</a:t>
            </a:r>
            <a:endParaRPr lang="en-US" sz="1100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369201" y="2254151"/>
            <a:ext cx="3309595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63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6–12 months</a:t>
            </a:r>
            <a:endParaRPr lang="en-US" sz="3150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369201" y="2731294"/>
            <a:ext cx="33095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8D1D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until open catch-up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D77EA2C4-8CC4-CA09-CB51-212D2ED7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OPEN-WEIGHT EFFECT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DA9D5768-1E52-F237-205B-DD314B48A3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Open models put a ceiling on proprietary pricing</a:t>
            </a:r>
            <a:endParaRPr lang="en-IN" dirty="0"/>
          </a:p>
        </p:txBody>
      </p:sp>
      <p:sp>
        <p:nvSpPr>
          <p:cNvPr id="251" name="Text 252"/>
          <p:cNvSpPr/>
          <p:nvPr/>
        </p:nvSpPr>
        <p:spPr>
          <a:xfrm>
            <a:off x="381000" y="3400000"/>
            <a:ext cx="60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8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DEEPSEEK SHOCK — HOW A TIER REPRICES</a:t>
            </a:r>
          </a:p>
        </p:txBody>
      </p:sp>
      <p:sp>
        <p:nvSpPr>
          <p:cNvPr id="253" name="Chip 254"/>
          <p:cNvSpPr/>
          <p:nvPr/>
        </p:nvSpPr>
        <p:spPr>
          <a:xfrm>
            <a:off x="381000" y="3750000"/>
            <a:ext cx="3670250" cy="1050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 · V3 / R1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at 90% below vs Western frontier list</a:t>
            </a:r>
          </a:p>
        </p:txBody>
      </p:sp>
      <p:sp>
        <p:nvSpPr>
          <p:cNvPr id="255" name="Chip 256"/>
          <p:cNvSpPr/>
          <p:nvPr/>
        </p:nvSpPr>
        <p:spPr>
          <a:xfrm>
            <a:off x="4260800" y="3750000"/>
            <a:ext cx="3670250" cy="105000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WEEKS LATER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matched tiers collapsed toward hosting economics</a:t>
            </a:r>
          </a:p>
        </p:txBody>
      </p:sp>
      <p:sp>
        <p:nvSpPr>
          <p:cNvPr id="257" name="Chip 258"/>
          <p:cNvSpPr/>
          <p:nvPr/>
        </p:nvSpPr>
        <p:spPr>
          <a:xfrm>
            <a:off x="8140601" y="3750000"/>
            <a:ext cx="3670250" cy="105000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 · V4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kern="0" dirty="0">
                <a:solidFill>
                  <a:srgbClr val="DDEB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frontier defends with mid-tier + caching</a:t>
            </a:r>
          </a:p>
        </p:txBody>
      </p:sp>
      <p:sp>
        <p:nvSpPr>
          <p:cNvPr id="259" name="Arrow 260"/>
          <p:cNvSpPr/>
          <p:nvPr/>
        </p:nvSpPr>
        <p:spPr>
          <a:xfrm>
            <a:off x="4111000" y="420640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261" name="Arrow 262"/>
          <p:cNvSpPr/>
          <p:nvPr/>
        </p:nvSpPr>
        <p:spPr>
          <a:xfrm>
            <a:off x="7990801" y="4206400"/>
            <a:ext cx="228600" cy="13716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263" name="Shape 264"/>
          <p:cNvSpPr/>
          <p:nvPr/>
        </p:nvSpPr>
        <p:spPr>
          <a:xfrm>
            <a:off x="381000" y="5100000"/>
            <a:ext cx="11430000" cy="1384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65" name="Bar 266"/>
          <p:cNvSpPr/>
          <p:nvPr/>
        </p:nvSpPr>
        <p:spPr>
          <a:xfrm>
            <a:off x="381000" y="5167550"/>
            <a:ext cx="38100" cy="127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7" name="Text 268"/>
          <p:cNvSpPr/>
          <p:nvPr/>
        </p:nvSpPr>
        <p:spPr>
          <a:xfrm>
            <a:off x="666750" y="524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BOTTOM LINE</a:t>
            </a:r>
          </a:p>
        </p:txBody>
      </p:sp>
      <p:sp>
        <p:nvSpPr>
          <p:cNvPr id="269" name="Text 270"/>
          <p:cNvSpPr/>
          <p:nvPr/>
        </p:nvSpPr>
        <p:spPr>
          <a:xfrm>
            <a:off x="666750" y="5500000"/>
            <a:ext cx="10930000" cy="98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Open weights stopped being the budget alternative and became the default substrate for many workloads. The frontier premium survives mainly where open models still lag — agentic reliability, long horizons, and integrated tooling. Same weights can still vary ~20% across hosts, so efficiency is worth shopping for..</a:t>
            </a:r>
          </a:p>
        </p:txBody>
      </p:sp>
    </p:spTree>
    <p:extLst>
      <p:ext uri="{BB962C8B-B14F-4D97-AF65-F5344CB8AC3E}">
        <p14:creationId xmlns:p14="http://schemas.microsoft.com/office/powerpoint/2010/main" val="15610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05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WHY ENTERPRISE BILLS EXPLODE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Consumption is outrunning deflation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F0C15D4-E590-C801-D49F-58A2A1C3DE5A}"/>
              </a:ext>
            </a:extLst>
          </p:cNvPr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3810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1000" y="3021313"/>
            <a:ext cx="2747010" cy="798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Enterprise API spend reaches $3.5B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385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H1 2025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38500" y="3021313"/>
            <a:ext cx="2747010" cy="798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$8.4B - more than double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960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6000" y="3021313"/>
            <a:ext cx="2747010" cy="798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On track to double again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9535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2030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953500" y="3021313"/>
            <a:ext cx="2747010" cy="798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Token  demand up </a:t>
            </a:r>
            <a:r>
              <a:rPr lang="en-US" sz="20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24x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39B39A4B-7349-A7E7-826E-4F533EAB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PARADOX</a:t>
            </a: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F89B030-6E94-0787-F047-181CD8EF7B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IN" dirty="0"/>
              <a:t>Prices collapsed — and spend doubled anyway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99823D-257A-C187-4E14-3DE0C75E8BEA}"/>
              </a:ext>
            </a:extLst>
          </p:cNvPr>
          <p:cNvGrpSpPr/>
          <p:nvPr/>
        </p:nvGrpSpPr>
        <p:grpSpPr>
          <a:xfrm>
            <a:off x="552308" y="1879600"/>
            <a:ext cx="11353800" cy="190784"/>
            <a:chOff x="552308" y="1879600"/>
            <a:chExt cx="11353800" cy="1907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E226DFA-38B6-3C90-8F34-3F4BCA4445C3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710121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2BE437C-3F96-2AB2-17B0-949ACBD247D3}"/>
                </a:ext>
              </a:extLst>
            </p:cNvPr>
            <p:cNvGrpSpPr/>
            <p:nvPr/>
          </p:nvGrpSpPr>
          <p:grpSpPr>
            <a:xfrm>
              <a:off x="552308" y="1879600"/>
              <a:ext cx="190784" cy="190784"/>
              <a:chOff x="538262" y="1865554"/>
              <a:chExt cx="218876" cy="218876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9F819E3-62FF-B39A-57FF-EB54959105FA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3EF0283-9C36-0903-0F7B-68CFEEC6E5EB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9C09ACC-7334-CD14-5BC3-1144D998E3CB}"/>
                </a:ext>
              </a:extLst>
            </p:cNvPr>
            <p:cNvGrpSpPr/>
            <p:nvPr/>
          </p:nvGrpSpPr>
          <p:grpSpPr>
            <a:xfrm>
              <a:off x="3368382" y="1879600"/>
              <a:ext cx="190784" cy="190784"/>
              <a:chOff x="538262" y="1865554"/>
              <a:chExt cx="218876" cy="218876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ACAC03E-3560-5BA7-1CBB-748E5394E3DF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CC1824B-D22D-EEFB-E884-7687DD716A56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A95814A-3EEE-E6BC-F3CA-044DE94E766B}"/>
                </a:ext>
              </a:extLst>
            </p:cNvPr>
            <p:cNvGrpSpPr/>
            <p:nvPr/>
          </p:nvGrpSpPr>
          <p:grpSpPr>
            <a:xfrm>
              <a:off x="6229208" y="1879600"/>
              <a:ext cx="190784" cy="190784"/>
              <a:chOff x="538262" y="1865554"/>
              <a:chExt cx="218876" cy="218876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06CB1A7-8598-699C-050F-962645F16D1A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63533C9-C296-70B2-16BE-06A8842A7B7B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A662447-D60F-1DD8-1BDB-605F54FF5A0C}"/>
                </a:ext>
              </a:extLst>
            </p:cNvPr>
            <p:cNvGrpSpPr/>
            <p:nvPr/>
          </p:nvGrpSpPr>
          <p:grpSpPr>
            <a:xfrm>
              <a:off x="9090034" y="1879600"/>
              <a:ext cx="190784" cy="190784"/>
              <a:chOff x="538262" y="1865554"/>
              <a:chExt cx="218876" cy="21887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157A1EF-6E93-8DBE-2148-B12F83332BCA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DD79793-5567-41A4-1C1B-5977C485A899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79DCB95-2231-CCB5-6D16-9959F5B5F11E}"/>
                </a:ext>
              </a:extLst>
            </p:cNvPr>
            <p:cNvCxnSpPr>
              <a:cxnSpLocks/>
            </p:cNvCxnSpPr>
            <p:nvPr/>
          </p:nvCxnSpPr>
          <p:spPr>
            <a:xfrm>
              <a:off x="3559166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249516-05E7-BBAB-AB3D-CE4F3AE37348}"/>
                </a:ext>
              </a:extLst>
            </p:cNvPr>
            <p:cNvCxnSpPr>
              <a:cxnSpLocks/>
            </p:cNvCxnSpPr>
            <p:nvPr/>
          </p:nvCxnSpPr>
          <p:spPr>
            <a:xfrm>
              <a:off x="6431773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CAA800-100B-2741-9B0A-613987955D2E}"/>
                </a:ext>
              </a:extLst>
            </p:cNvPr>
            <p:cNvCxnSpPr>
              <a:cxnSpLocks/>
            </p:cNvCxnSpPr>
            <p:nvPr/>
          </p:nvCxnSpPr>
          <p:spPr>
            <a:xfrm>
              <a:off x="9247847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hape 264">
            <a:extLst>
              <a:ext uri="{FF2B5EF4-FFF2-40B4-BE49-F238E27FC236}">
                <a16:creationId xmlns:a16="http://schemas.microsoft.com/office/drawing/2014/main" id="{240BB0D9-1191-29A2-C435-BB51FD9A13ED}"/>
              </a:ext>
            </a:extLst>
          </p:cNvPr>
          <p:cNvSpPr/>
          <p:nvPr/>
        </p:nvSpPr>
        <p:spPr>
          <a:xfrm>
            <a:off x="381000" y="4734240"/>
            <a:ext cx="11430000" cy="1384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5" name="Bar 266">
            <a:extLst>
              <a:ext uri="{FF2B5EF4-FFF2-40B4-BE49-F238E27FC236}">
                <a16:creationId xmlns:a16="http://schemas.microsoft.com/office/drawing/2014/main" id="{B10B5DBC-3438-8F71-7A6A-0D88A648C826}"/>
              </a:ext>
            </a:extLst>
          </p:cNvPr>
          <p:cNvSpPr/>
          <p:nvPr/>
        </p:nvSpPr>
        <p:spPr>
          <a:xfrm>
            <a:off x="381000" y="4801790"/>
            <a:ext cx="38100" cy="127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268">
            <a:extLst>
              <a:ext uri="{FF2B5EF4-FFF2-40B4-BE49-F238E27FC236}">
                <a16:creationId xmlns:a16="http://schemas.microsoft.com/office/drawing/2014/main" id="{80F7F1C7-D61C-F49C-443F-E278E3286D2C}"/>
              </a:ext>
            </a:extLst>
          </p:cNvPr>
          <p:cNvSpPr/>
          <p:nvPr/>
        </p:nvSpPr>
        <p:spPr>
          <a:xfrm>
            <a:off x="666750" y="487424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BOTTOM LINE</a:t>
            </a:r>
          </a:p>
        </p:txBody>
      </p:sp>
      <p:sp>
        <p:nvSpPr>
          <p:cNvPr id="17" name="Text 270">
            <a:extLst>
              <a:ext uri="{FF2B5EF4-FFF2-40B4-BE49-F238E27FC236}">
                <a16:creationId xmlns:a16="http://schemas.microsoft.com/office/drawing/2014/main" id="{FB02D782-A94B-E4B7-4D0F-12B880D4D1D7}"/>
              </a:ext>
            </a:extLst>
          </p:cNvPr>
          <p:cNvSpPr/>
          <p:nvPr/>
        </p:nvSpPr>
        <p:spPr>
          <a:xfrm>
            <a:off x="631000" y="5055538"/>
            <a:ext cx="10930000" cy="98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“LLM token costs may fall 95% through 2030, but agentic models can use 5–30x more tokens per task , so total inference costs can still rise.“                                                                                                                              </a:t>
            </a:r>
          </a:p>
          <a:p>
            <a:pPr marL="0" indent="0" algn="r">
              <a:lnSpc>
                <a:spcPct val="130000"/>
              </a:lnSpc>
              <a:buNone/>
            </a:pPr>
            <a:r>
              <a:rPr lang="en-US" sz="16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– Gartner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977925"/>
            <a:ext cx="2843213" cy="1375263"/>
          </a:xfrm>
          <a:prstGeom prst="homePlate">
            <a:avLst>
              <a:gd name="adj" fmla="val 20492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650" y="2073963"/>
            <a:ext cx="24622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90" dirty="0">
                <a:solidFill>
                  <a:srgbClr val="1A1A1A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650" y="2365327"/>
            <a:ext cx="2462213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8650" y="2697219"/>
            <a:ext cx="2462213" cy="531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>
                    <a:alpha val="9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Reads system prompt + history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052763" y="1977925"/>
            <a:ext cx="3033713" cy="1375263"/>
          </a:xfrm>
          <a:prstGeom prst="chevron">
            <a:avLst>
              <a:gd name="adj" fmla="val 17541"/>
            </a:avLst>
          </a:prstGeom>
          <a:solidFill>
            <a:srgbClr val="CFE1F1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90913" y="2073963"/>
            <a:ext cx="24622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90" dirty="0">
                <a:solidFill>
                  <a:srgbClr val="1A1A1A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90913" y="2365327"/>
            <a:ext cx="2462213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90913" y="2697219"/>
            <a:ext cx="2462213" cy="531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>
                    <a:alpha val="9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Calls tools, ingests results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15025" y="1977925"/>
            <a:ext cx="3033713" cy="1375263"/>
          </a:xfrm>
          <a:prstGeom prst="chevron">
            <a:avLst>
              <a:gd name="adj" fmla="val 20492"/>
            </a:avLst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53175" y="2073963"/>
            <a:ext cx="24622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90" dirty="0">
                <a:solidFill>
                  <a:srgbClr val="FFFF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53175" y="2365327"/>
            <a:ext cx="2462213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Validate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53175" y="2697219"/>
            <a:ext cx="2462213" cy="531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Re-sends the grown context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777288" y="1977925"/>
            <a:ext cx="3033713" cy="1375263"/>
          </a:xfrm>
          <a:prstGeom prst="chevron">
            <a:avLst>
              <a:gd name="adj" fmla="val 21475"/>
            </a:avLst>
          </a:prstGeom>
          <a:solidFill>
            <a:srgbClr val="002060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215438" y="2073963"/>
            <a:ext cx="24622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90" dirty="0">
                <a:solidFill>
                  <a:srgbClr val="FFFF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20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215438" y="2365327"/>
            <a:ext cx="2462213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215438" y="2697219"/>
            <a:ext cx="2462213" cy="531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prompt and growing history re-sent  20 times.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81000" y="4392620"/>
            <a:ext cx="11287978" cy="1562410"/>
          </a:xfrm>
          <a:prstGeom prst="roundRect">
            <a:avLst>
              <a:gd name="adj" fmla="val 15873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49" y="4556485"/>
            <a:ext cx="331219" cy="33121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5517" y="4595128"/>
            <a:ext cx="10472286" cy="842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Measured agentic workloads can </a:t>
            </a:r>
            <a:r>
              <a:rPr lang="en-US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5–30x more tokens </a:t>
            </a:r>
            <a:r>
              <a:rPr lang="en-US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 equivalent chat. Beavis the same base prompt, history, and tool outputs are re-sent at every step and the cost often grows sharply as loop length increases.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0A1B95B0-EE4C-F430-93CB-299BE744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AGENTIC MULTIPLIER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0549892-EA8E-9C69-9B5C-A0CAE16A1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Agents pay for the same context again and again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7059ED2E-8214-8710-C125-4600B2159F2A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05F9B80-08EA-CAC6-4E4A-6F5B73D15B6A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60"/>
          <p:cNvSpPr/>
          <p:nvPr/>
        </p:nvSpPr>
        <p:spPr>
          <a:xfrm>
            <a:off x="381000" y="1700000"/>
            <a:ext cx="3650000" cy="19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61" name="Num 162"/>
          <p:cNvSpPr/>
          <p:nvPr/>
        </p:nvSpPr>
        <p:spPr>
          <a:xfrm>
            <a:off x="581000" y="1900000"/>
            <a:ext cx="274320" cy="274320"/>
          </a:xfrm>
          <a:prstGeom prst="ellipse">
            <a:avLst/>
          </a:prstGeom>
          <a:solidFill>
            <a:srgbClr val="1268B3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</a:p>
        </p:txBody>
      </p:sp>
      <p:sp>
        <p:nvSpPr>
          <p:cNvPr id="163" name="Text 164"/>
          <p:cNvSpPr/>
          <p:nvPr/>
        </p:nvSpPr>
        <p:spPr>
          <a:xfrm>
            <a:off x="941000" y="1920000"/>
            <a:ext cx="289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Context inflation</a:t>
            </a:r>
          </a:p>
        </p:txBody>
      </p:sp>
      <p:sp>
        <p:nvSpPr>
          <p:cNvPr id="165" name="Text 166"/>
          <p:cNvSpPr/>
          <p:nvPr/>
        </p:nvSpPr>
        <p:spPr>
          <a:xfrm>
            <a:off x="581000" y="2320000"/>
            <a:ext cx="32500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3,000+ retrieved tokens on every request ≈ $750+/month per 100k requests on a flagship API.</a:t>
            </a:r>
          </a:p>
        </p:txBody>
      </p:sp>
      <p:sp>
        <p:nvSpPr>
          <p:cNvPr id="167" name="Text 168"/>
          <p:cNvSpPr/>
          <p:nvPr/>
        </p:nvSpPr>
        <p:spPr>
          <a:xfrm>
            <a:off x="581000" y="3270000"/>
            <a:ext cx="3250000" cy="2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58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DOMINANT COST</a:t>
            </a:r>
          </a:p>
        </p:txBody>
      </p:sp>
      <p:sp>
        <p:nvSpPr>
          <p:cNvPr id="169" name="Shape 170"/>
          <p:cNvSpPr/>
          <p:nvPr/>
        </p:nvSpPr>
        <p:spPr>
          <a:xfrm>
            <a:off x="4271000" y="1700000"/>
            <a:ext cx="3650000" cy="19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1" name="Num 172"/>
          <p:cNvSpPr/>
          <p:nvPr/>
        </p:nvSpPr>
        <p:spPr>
          <a:xfrm>
            <a:off x="4471000" y="1900000"/>
            <a:ext cx="274320" cy="274320"/>
          </a:xfrm>
          <a:prstGeom prst="ellipse">
            <a:avLst/>
          </a:prstGeom>
          <a:solidFill>
            <a:srgbClr val="1268B3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</a:p>
        </p:txBody>
      </p:sp>
      <p:sp>
        <p:nvSpPr>
          <p:cNvPr id="173" name="Text 174"/>
          <p:cNvSpPr/>
          <p:nvPr/>
        </p:nvSpPr>
        <p:spPr>
          <a:xfrm>
            <a:off x="4831000" y="1920000"/>
            <a:ext cx="289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Embedding &amp; indexing</a:t>
            </a:r>
          </a:p>
        </p:txBody>
      </p:sp>
      <p:sp>
        <p:nvSpPr>
          <p:cNvPr id="175" name="Text 176"/>
          <p:cNvSpPr/>
          <p:nvPr/>
        </p:nvSpPr>
        <p:spPr>
          <a:xfrm>
            <a:off x="4471000" y="2320000"/>
            <a:ext cx="32500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document embedded and re-embedded is metered per token</a:t>
            </a:r>
          </a:p>
        </p:txBody>
      </p:sp>
      <p:sp>
        <p:nvSpPr>
          <p:cNvPr id="177" name="Text 178"/>
          <p:cNvSpPr/>
          <p:nvPr/>
        </p:nvSpPr>
        <p:spPr>
          <a:xfrm>
            <a:off x="4471000" y="3270000"/>
            <a:ext cx="3250000" cy="2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58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RECURRING, MODEST</a:t>
            </a:r>
          </a:p>
        </p:txBody>
      </p:sp>
      <p:sp>
        <p:nvSpPr>
          <p:cNvPr id="179" name="Shape 180"/>
          <p:cNvSpPr/>
          <p:nvPr/>
        </p:nvSpPr>
        <p:spPr>
          <a:xfrm>
            <a:off x="8161000" y="1700000"/>
            <a:ext cx="3650000" cy="19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81" name="Num 182"/>
          <p:cNvSpPr/>
          <p:nvPr/>
        </p:nvSpPr>
        <p:spPr>
          <a:xfrm>
            <a:off x="8361000" y="1900000"/>
            <a:ext cx="274320" cy="274320"/>
          </a:xfrm>
          <a:prstGeom prst="ellipse">
            <a:avLst/>
          </a:prstGeom>
          <a:solidFill>
            <a:srgbClr val="1268B3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</a:p>
        </p:txBody>
      </p:sp>
      <p:sp>
        <p:nvSpPr>
          <p:cNvPr id="183" name="Text 184"/>
          <p:cNvSpPr/>
          <p:nvPr/>
        </p:nvSpPr>
        <p:spPr>
          <a:xfrm>
            <a:off x="8721000" y="1920000"/>
            <a:ext cx="289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Vector store</a:t>
            </a:r>
          </a:p>
        </p:txBody>
      </p:sp>
      <p:sp>
        <p:nvSpPr>
          <p:cNvPr id="185" name="Text 186"/>
          <p:cNvSpPr/>
          <p:nvPr/>
        </p:nvSpPr>
        <p:spPr>
          <a:xfrm>
            <a:off x="8361000" y="2320000"/>
            <a:ext cx="32500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Storage plus queries: ~$90–100 per 100k queries on a 50 GB namespace.</a:t>
            </a:r>
          </a:p>
        </p:txBody>
      </p:sp>
      <p:sp>
        <p:nvSpPr>
          <p:cNvPr id="187" name="Text 188"/>
          <p:cNvSpPr/>
          <p:nvPr/>
        </p:nvSpPr>
        <p:spPr>
          <a:xfrm>
            <a:off x="8361000" y="3270000"/>
            <a:ext cx="3250000" cy="22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58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PENNIES BY COMPARISON</a:t>
            </a:r>
          </a:p>
        </p:txBody>
      </p:sp>
      <p:sp>
        <p:nvSpPr>
          <p:cNvPr id="189" name="Shape 190"/>
          <p:cNvSpPr/>
          <p:nvPr/>
        </p:nvSpPr>
        <p:spPr>
          <a:xfrm>
            <a:off x="381000" y="3779669"/>
            <a:ext cx="560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91" name="Text 192"/>
          <p:cNvSpPr/>
          <p:nvPr/>
        </p:nvSpPr>
        <p:spPr>
          <a:xfrm>
            <a:off x="552450" y="3951119"/>
            <a:ext cx="5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 MODEL CONTEXT, 100K REQ/MO</a:t>
            </a:r>
          </a:p>
        </p:txBody>
      </p:sp>
      <p:sp>
        <p:nvSpPr>
          <p:cNvPr id="193" name="Text 194"/>
          <p:cNvSpPr/>
          <p:nvPr/>
        </p:nvSpPr>
        <p:spPr>
          <a:xfrm>
            <a:off x="552450" y="4151144"/>
            <a:ext cx="52000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 $750</a:t>
            </a:r>
          </a:p>
        </p:txBody>
      </p:sp>
      <p:sp>
        <p:nvSpPr>
          <p:cNvPr id="195" name="Text 196"/>
          <p:cNvSpPr/>
          <p:nvPr/>
        </p:nvSpPr>
        <p:spPr>
          <a:xfrm>
            <a:off x="552450" y="4579769"/>
            <a:ext cx="5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▲ the real RAG bill</a:t>
            </a:r>
          </a:p>
        </p:txBody>
      </p:sp>
      <p:sp>
        <p:nvSpPr>
          <p:cNvPr id="197" name="Shape 198"/>
          <p:cNvSpPr/>
          <p:nvPr/>
        </p:nvSpPr>
        <p:spPr>
          <a:xfrm>
            <a:off x="6221000" y="3779669"/>
            <a:ext cx="559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99" name="Text 200"/>
          <p:cNvSpPr/>
          <p:nvPr/>
        </p:nvSpPr>
        <p:spPr>
          <a:xfrm>
            <a:off x="6392450" y="3951119"/>
            <a:ext cx="5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VECTOR SEARCH, SAME VOLUME</a:t>
            </a:r>
          </a:p>
        </p:txBody>
      </p:sp>
      <p:sp>
        <p:nvSpPr>
          <p:cNvPr id="201" name="Text 202"/>
          <p:cNvSpPr/>
          <p:nvPr/>
        </p:nvSpPr>
        <p:spPr>
          <a:xfrm>
            <a:off x="6392450" y="4151144"/>
            <a:ext cx="52000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 $97</a:t>
            </a:r>
          </a:p>
        </p:txBody>
      </p:sp>
      <p:sp>
        <p:nvSpPr>
          <p:cNvPr id="203" name="Text 204"/>
          <p:cNvSpPr/>
          <p:nvPr/>
        </p:nvSpPr>
        <p:spPr>
          <a:xfrm>
            <a:off x="6392450" y="4579769"/>
            <a:ext cx="5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 not where the money is</a:t>
            </a:r>
          </a:p>
        </p:txBody>
      </p:sp>
      <p:sp>
        <p:nvSpPr>
          <p:cNvPr id="205" name="Shape 206"/>
          <p:cNvSpPr/>
          <p:nvPr/>
        </p:nvSpPr>
        <p:spPr>
          <a:xfrm>
            <a:off x="452391" y="5319669"/>
            <a:ext cx="11430000" cy="95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07" name="Bar 208"/>
          <p:cNvSpPr/>
          <p:nvPr/>
        </p:nvSpPr>
        <p:spPr>
          <a:xfrm>
            <a:off x="405941" y="5319669"/>
            <a:ext cx="38100" cy="95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210"/>
          <p:cNvSpPr/>
          <p:nvPr/>
        </p:nvSpPr>
        <p:spPr>
          <a:xfrm>
            <a:off x="666750" y="5353959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FIX</a:t>
            </a:r>
          </a:p>
        </p:txBody>
      </p:sp>
      <p:sp>
        <p:nvSpPr>
          <p:cNvPr id="211" name="Text 212"/>
          <p:cNvSpPr/>
          <p:nvPr/>
        </p:nvSpPr>
        <p:spPr>
          <a:xfrm>
            <a:off x="650050" y="5537989"/>
            <a:ext cx="10930000" cy="660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Optimize retrieval precision and context compression before chasing vector-database savings: retrieve snippets, not documents, and cap RAG duplication across agent steps.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ECONOMICS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722006" cy="628650"/>
          </a:xfrm>
        </p:spPr>
        <p:txBody>
          <a:bodyPr/>
          <a:lstStyle/>
          <a:p>
            <a:r>
              <a:rPr lang="en-US" sz="2800" dirty="0"/>
              <a:t>RAG bills you in 3 places and repeated context is usually the biggest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ECE4787-E663-84B6-940D-93673EF3C5BD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C55BD3D-E0AF-75E8-C302-530E9A218BF1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</a:rPr>
              <a:t>2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4"/>
          <p:cNvSpPr/>
          <p:nvPr/>
        </p:nvSpPr>
        <p:spPr>
          <a:xfrm>
            <a:off x="381000" y="16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15" name="Text 216"/>
          <p:cNvSpPr/>
          <p:nvPr/>
        </p:nvSpPr>
        <p:spPr>
          <a:xfrm>
            <a:off x="552450" y="18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EFFECTIVE OUTPUT COST</a:t>
            </a:r>
          </a:p>
        </p:txBody>
      </p:sp>
      <p:sp>
        <p:nvSpPr>
          <p:cNvPr id="217" name="Text 218"/>
          <p:cNvSpPr/>
          <p:nvPr/>
        </p:nvSpPr>
        <p:spPr>
          <a:xfrm>
            <a:off x="552450" y="20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3–10×</a:t>
            </a:r>
          </a:p>
        </p:txBody>
      </p:sp>
      <p:sp>
        <p:nvSpPr>
          <p:cNvPr id="219" name="Text 220"/>
          <p:cNvSpPr/>
          <p:nvPr/>
        </p:nvSpPr>
        <p:spPr>
          <a:xfrm>
            <a:off x="552450" y="24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vs the apparent list price</a:t>
            </a:r>
          </a:p>
        </p:txBody>
      </p:sp>
      <p:sp>
        <p:nvSpPr>
          <p:cNvPr id="221" name="Shape 222"/>
          <p:cNvSpPr/>
          <p:nvPr/>
        </p:nvSpPr>
        <p:spPr>
          <a:xfrm>
            <a:off x="3277000" y="16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23" name="Text 224"/>
          <p:cNvSpPr/>
          <p:nvPr/>
        </p:nvSpPr>
        <p:spPr>
          <a:xfrm>
            <a:off x="3448450" y="18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HARD QUERY</a:t>
            </a:r>
          </a:p>
        </p:txBody>
      </p:sp>
      <p:sp>
        <p:nvSpPr>
          <p:cNvPr id="225" name="Text 226"/>
          <p:cNvSpPr/>
          <p:nvPr/>
        </p:nvSpPr>
        <p:spPr>
          <a:xfrm>
            <a:off x="3448450" y="20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~10K</a:t>
            </a:r>
          </a:p>
        </p:txBody>
      </p:sp>
      <p:sp>
        <p:nvSpPr>
          <p:cNvPr id="227" name="Text 228"/>
          <p:cNvSpPr/>
          <p:nvPr/>
        </p:nvSpPr>
        <p:spPr>
          <a:xfrm>
            <a:off x="3448450" y="24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hidden thinking tokens billed</a:t>
            </a:r>
          </a:p>
        </p:txBody>
      </p:sp>
      <p:sp>
        <p:nvSpPr>
          <p:cNvPr id="229" name="Shape 230"/>
          <p:cNvSpPr/>
          <p:nvPr/>
        </p:nvSpPr>
        <p:spPr>
          <a:xfrm>
            <a:off x="6173000" y="16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31" name="Text 232"/>
          <p:cNvSpPr/>
          <p:nvPr/>
        </p:nvSpPr>
        <p:spPr>
          <a:xfrm>
            <a:off x="6344450" y="18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TIER GAP</a:t>
            </a:r>
          </a:p>
        </p:txBody>
      </p:sp>
      <p:sp>
        <p:nvSpPr>
          <p:cNvPr id="233" name="Text 234"/>
          <p:cNvSpPr/>
          <p:nvPr/>
        </p:nvSpPr>
        <p:spPr>
          <a:xfrm>
            <a:off x="6344450" y="20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10×</a:t>
            </a:r>
          </a:p>
        </p:txBody>
      </p:sp>
      <p:sp>
        <p:nvSpPr>
          <p:cNvPr id="235" name="Text 236"/>
          <p:cNvSpPr/>
          <p:nvPr/>
        </p:nvSpPr>
        <p:spPr>
          <a:xfrm>
            <a:off x="6344450" y="24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 vs pro reasoning tiers</a:t>
            </a:r>
          </a:p>
        </p:txBody>
      </p:sp>
      <p:sp>
        <p:nvSpPr>
          <p:cNvPr id="237" name="Shape 238"/>
          <p:cNvSpPr/>
          <p:nvPr/>
        </p:nvSpPr>
        <p:spPr>
          <a:xfrm>
            <a:off x="9069000" y="1650000"/>
            <a:ext cx="2740000" cy="1133475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39" name="Text 240"/>
          <p:cNvSpPr/>
          <p:nvPr/>
        </p:nvSpPr>
        <p:spPr>
          <a:xfrm>
            <a:off x="9240450" y="182145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DISCOUNT</a:t>
            </a:r>
          </a:p>
        </p:txBody>
      </p:sp>
      <p:sp>
        <p:nvSpPr>
          <p:cNvPr id="241" name="Text 242"/>
          <p:cNvSpPr/>
          <p:nvPr/>
        </p:nvSpPr>
        <p:spPr>
          <a:xfrm>
            <a:off x="9240450" y="2021475"/>
            <a:ext cx="239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50%</a:t>
            </a:r>
          </a:p>
        </p:txBody>
      </p:sp>
      <p:sp>
        <p:nvSpPr>
          <p:cNvPr id="243" name="Text 244"/>
          <p:cNvSpPr/>
          <p:nvPr/>
        </p:nvSpPr>
        <p:spPr>
          <a:xfrm>
            <a:off x="9240450" y="2450100"/>
            <a:ext cx="239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applies to thinking tokens too</a:t>
            </a:r>
          </a:p>
        </p:txBody>
      </p:sp>
      <p:sp>
        <p:nvSpPr>
          <p:cNvPr id="245" name="Text 246"/>
          <p:cNvSpPr/>
          <p:nvPr/>
        </p:nvSpPr>
        <p:spPr>
          <a:xfrm>
            <a:off x="381000" y="3050000"/>
            <a:ext cx="60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ANATOMY OF ONE HARD QUERY</a:t>
            </a:r>
          </a:p>
        </p:txBody>
      </p:sp>
      <p:sp>
        <p:nvSpPr>
          <p:cNvPr id="247" name="Chip 248"/>
          <p:cNvSpPr/>
          <p:nvPr/>
        </p:nvSpPr>
        <p:spPr>
          <a:xfrm>
            <a:off x="381000" y="3400000"/>
            <a:ext cx="9200000" cy="700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Hidden reasoning · ~10,000 tokens · ~$0.30 — billed, never seen</a:t>
            </a:r>
          </a:p>
        </p:txBody>
      </p:sp>
      <p:sp>
        <p:nvSpPr>
          <p:cNvPr id="249" name="Chip 250"/>
          <p:cNvSpPr/>
          <p:nvPr/>
        </p:nvSpPr>
        <p:spPr>
          <a:xfrm>
            <a:off x="9731000" y="3400000"/>
            <a:ext cx="2080000" cy="700000"/>
          </a:xfrm>
          <a:prstGeom prst="roundRect">
            <a:avLst>
              <a:gd name="adj" fmla="val 12000"/>
            </a:avLst>
          </a:prstGeom>
          <a:solidFill>
            <a:srgbClr val="00B0F0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Answer · ~$0.006</a:t>
            </a:r>
          </a:p>
        </p:txBody>
      </p:sp>
      <p:sp>
        <p:nvSpPr>
          <p:cNvPr id="251" name="Text 252"/>
          <p:cNvSpPr/>
          <p:nvPr/>
        </p:nvSpPr>
        <p:spPr>
          <a:xfrm>
            <a:off x="381000" y="4200000"/>
            <a:ext cx="1143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long-context habit compounds it: million-token windows invite context stuffing — billed linearly, but squeezing the shared KV cache and triggering surcharges.</a:t>
            </a:r>
          </a:p>
        </p:txBody>
      </p:sp>
      <p:sp>
        <p:nvSpPr>
          <p:cNvPr id="253" name="Shape 254"/>
          <p:cNvSpPr/>
          <p:nvPr/>
        </p:nvSpPr>
        <p:spPr>
          <a:xfrm>
            <a:off x="381000" y="4900000"/>
            <a:ext cx="11430000" cy="1409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55" name="Bar 256"/>
          <p:cNvSpPr/>
          <p:nvPr/>
        </p:nvSpPr>
        <p:spPr>
          <a:xfrm>
            <a:off x="342900" y="4866522"/>
            <a:ext cx="38100" cy="1464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7" name="Text 258"/>
          <p:cNvSpPr/>
          <p:nvPr/>
        </p:nvSpPr>
        <p:spPr>
          <a:xfrm>
            <a:off x="666750" y="504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RULE</a:t>
            </a:r>
          </a:p>
        </p:txBody>
      </p:sp>
      <p:sp>
        <p:nvSpPr>
          <p:cNvPr id="259" name="Text 260"/>
          <p:cNvSpPr/>
          <p:nvPr/>
        </p:nvSpPr>
        <p:spPr>
          <a:xfrm>
            <a:off x="666750" y="5300000"/>
            <a:ext cx="1093000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 for thinking only where thinking pays</a:t>
            </a:r>
            <a:r>
              <a:rPr lang="en-US" sz="16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Route only genuinely hard steps ( planning, verification, novel synthesis)  to reasoning tiers, at the lowest effort that passes evaluation; send offline reasoning to the 50%-off batch lane.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REASONING TAX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Hidden thinking tokens quietly multiply output cost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78A92E30-C5C8-1322-9DAD-758EB6720131}"/>
              </a:ext>
            </a:extLst>
          </p:cNvPr>
          <p:cNvSpPr/>
          <p:nvPr/>
        </p:nvSpPr>
        <p:spPr>
          <a:xfrm>
            <a:off x="66222" y="54638"/>
            <a:ext cx="274320" cy="274320"/>
          </a:xfrm>
          <a:prstGeom prst="ellipse">
            <a:avLst/>
          </a:prstGeom>
          <a:solidFill>
            <a:srgbClr val="00B05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673549D-BD96-B542-D453-144E58BD6AF5}"/>
              </a:ext>
            </a:extLst>
          </p:cNvPr>
          <p:cNvSpPr/>
          <p:nvPr/>
        </p:nvSpPr>
        <p:spPr>
          <a:xfrm>
            <a:off x="86074" y="95766"/>
            <a:ext cx="234615" cy="215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</a:rPr>
              <a:t>3</a:t>
            </a:r>
            <a:endParaRPr lang="en-US" sz="1600" dirty="0">
              <a:latin typeface="Manrope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806476"/>
            <a:ext cx="11430000" cy="1152525"/>
          </a:xfrm>
          <a:prstGeom prst="roundRect">
            <a:avLst>
              <a:gd name="adj" fmla="val 9917"/>
            </a:avLst>
          </a:prstGeom>
          <a:solidFill>
            <a:srgbClr val="E2E5E9"/>
          </a:solidFill>
          <a:ln w="9525">
            <a:solidFill>
              <a:srgbClr val="E2E5E9"/>
            </a:solidFill>
            <a:prstDash val="solid"/>
          </a:ln>
        </p:spPr>
        <p:txBody>
          <a:bodyPr anchor="ctr"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0525" y="1816001"/>
            <a:ext cx="2845594" cy="1133475"/>
          </a:xfrm>
          <a:prstGeom prst="rect">
            <a:avLst/>
          </a:prstGeom>
          <a:solidFill>
            <a:srgbClr val="FFFFFF"/>
          </a:solidFill>
          <a:ln/>
        </p:spPr>
        <p:txBody>
          <a:bodyPr anchor="ctr"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61975" y="1987451"/>
            <a:ext cx="25788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WASTED SPEND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61975" y="2267486"/>
            <a:ext cx="25788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250" b="1" kern="0" spc="-67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20–40%</a:t>
            </a:r>
            <a:endParaRPr lang="en-US" sz="2250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1975" y="2718971"/>
            <a:ext cx="25788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 removable, no loss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45644" y="1816001"/>
            <a:ext cx="2845594" cy="1133475"/>
          </a:xfrm>
          <a:prstGeom prst="rect">
            <a:avLst/>
          </a:prstGeom>
          <a:solidFill>
            <a:srgbClr val="FFFFFF"/>
          </a:solidFill>
          <a:ln/>
        </p:spPr>
        <p:txBody>
          <a:bodyPr anchor="ctr"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17094" y="1987451"/>
            <a:ext cx="25788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ESTIMATES OFF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17094" y="2267486"/>
            <a:ext cx="25788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250" b="1" kern="0" spc="-67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85%</a:t>
            </a:r>
            <a:endParaRPr lang="en-US" sz="2250" dirty="0">
              <a:latin typeface="Manrop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17094" y="2718971"/>
            <a:ext cx="25788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orgs, by &gt;10%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00763" y="1816001"/>
            <a:ext cx="2845594" cy="1133475"/>
          </a:xfrm>
          <a:prstGeom prst="rect">
            <a:avLst/>
          </a:prstGeom>
          <a:solidFill>
            <a:srgbClr val="FFFFFF"/>
          </a:solidFill>
          <a:ln/>
        </p:spPr>
        <p:txBody>
          <a:bodyPr anchor="ctr"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72213" y="1987451"/>
            <a:ext cx="25788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OVERRUNS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72213" y="2267486"/>
            <a:ext cx="25788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250" b="1" kern="0" spc="-67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79%</a:t>
            </a:r>
            <a:endParaRPr lang="en-US" sz="2250" dirty="0">
              <a:latin typeface="Manrope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72213" y="2718971"/>
            <a:ext cx="25788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the last 12 months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955881" y="1816001"/>
            <a:ext cx="2845594" cy="1133475"/>
          </a:xfrm>
          <a:prstGeom prst="rect">
            <a:avLst/>
          </a:prstGeom>
          <a:solidFill>
            <a:srgbClr val="FFFFFF"/>
          </a:solidFill>
          <a:ln/>
        </p:spPr>
        <p:txBody>
          <a:bodyPr anchor="ctr"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127331" y="1987451"/>
            <a:ext cx="25788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PREMIUM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127331" y="2267486"/>
            <a:ext cx="257889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250" b="1" kern="0" spc="-67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3–8×</a:t>
            </a:r>
            <a:endParaRPr lang="en-US" sz="2250" dirty="0">
              <a:latin typeface="Manrope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27331" y="2718971"/>
            <a:ext cx="25788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▲ vs input tokens</a:t>
            </a:r>
            <a:endParaRPr lang="en-US" sz="1050" dirty="0">
              <a:latin typeface="Manrope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80988" y="4028242"/>
            <a:ext cx="114300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19112" y="4247317"/>
            <a:ext cx="3815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Redundant context &amp; prompt bloat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623890" y="4247317"/>
            <a:ext cx="7882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40%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19113" y="4494967"/>
            <a:ext cx="10953750" cy="9525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19113" y="4494967"/>
            <a:ext cx="4379976" cy="95250"/>
          </a:xfrm>
          <a:prstGeom prst="roundRect">
            <a:avLst>
              <a:gd name="adj" fmla="val 50000"/>
            </a:avLst>
          </a:prstGeom>
          <a:solidFill>
            <a:srgbClr val="1268B3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19112" y="4742617"/>
            <a:ext cx="3815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Repeated retrieval (RAG)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623890" y="4742617"/>
            <a:ext cx="7882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30%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19113" y="4990267"/>
            <a:ext cx="10953750" cy="9525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19113" y="4990267"/>
            <a:ext cx="3282696" cy="9525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19112" y="5237917"/>
            <a:ext cx="381571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Retry storms &amp; unbounded loops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623890" y="5237917"/>
            <a:ext cx="7882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30%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19113" y="5485567"/>
            <a:ext cx="10953750" cy="9525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19113" y="5485567"/>
            <a:ext cx="3282696" cy="9525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/>
        </p:spPr>
        <p:txBody>
          <a:bodyPr anchor="ctr"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B99B8362-4783-E302-A11F-7D147786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WASTE AUDIT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C9A26AAD-770B-3A31-2C50-F78FECAD52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Much of today's spend buys nothing</a:t>
            </a:r>
          </a:p>
        </p:txBody>
      </p:sp>
      <p:sp>
        <p:nvSpPr>
          <p:cNvPr id="3" name="Text 260">
            <a:extLst>
              <a:ext uri="{FF2B5EF4-FFF2-40B4-BE49-F238E27FC236}">
                <a16:creationId xmlns:a16="http://schemas.microsoft.com/office/drawing/2014/main" id="{AE7B0FE8-5C35-F9C8-77E7-5DEAE79A5833}"/>
              </a:ext>
            </a:extLst>
          </p:cNvPr>
          <p:cNvSpPr/>
          <p:nvPr/>
        </p:nvSpPr>
        <p:spPr>
          <a:xfrm>
            <a:off x="390525" y="3440183"/>
            <a:ext cx="10930000" cy="347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it hides: prompt bloat, repeated retrieval, and retries/loops </a:t>
            </a:r>
            <a:r>
              <a:rPr lang="en-US" sz="1600" i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(illustrative mix; internal estimate).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38"/>
          <p:cNvSpPr/>
          <p:nvPr/>
        </p:nvSpPr>
        <p:spPr>
          <a:xfrm>
            <a:off x="453462" y="5222116"/>
            <a:ext cx="11738537" cy="474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Basis: 100k requests/month on a workhorse API (Terra-like pricing) at list prices — before tools, retries, and caching.</a:t>
            </a:r>
            <a:endParaRPr lang="en-US" sz="1600" i="1" dirty="0">
              <a:latin typeface="Manrope" pitchFamily="2" charset="0"/>
            </a:endParaRP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91F64963-F8F2-D268-A4D8-4B9A0A42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SENSITIVITY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5613F6B-BD13-EC59-2CD5-1D42702982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Small per-request changes, big monthly swings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B9B7E31E-8D21-62BD-4674-9D21E6B53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777656"/>
              </p:ext>
            </p:extLst>
          </p:nvPr>
        </p:nvGraphicFramePr>
        <p:xfrm>
          <a:off x="453462" y="2227548"/>
          <a:ext cx="11090838" cy="27445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96946">
                  <a:extLst>
                    <a:ext uri="{9D8B030D-6E8A-4147-A177-3AD203B41FA5}">
                      <a16:colId xmlns:a16="http://schemas.microsoft.com/office/drawing/2014/main" val="2072410125"/>
                    </a:ext>
                  </a:extLst>
                </a:gridCol>
                <a:gridCol w="3654442">
                  <a:extLst>
                    <a:ext uri="{9D8B030D-6E8A-4147-A177-3AD203B41FA5}">
                      <a16:colId xmlns:a16="http://schemas.microsoft.com/office/drawing/2014/main" val="1433473293"/>
                    </a:ext>
                  </a:extLst>
                </a:gridCol>
                <a:gridCol w="3739450">
                  <a:extLst>
                    <a:ext uri="{9D8B030D-6E8A-4147-A177-3AD203B41FA5}">
                      <a16:colId xmlns:a16="http://schemas.microsoft.com/office/drawing/2014/main" val="2589409664"/>
                    </a:ext>
                  </a:extLst>
                </a:gridCol>
              </a:tblGrid>
              <a:tr h="550909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CHANGE PER REQUEST</a:t>
                      </a:r>
                      <a:endParaRPr lang="en-US" sz="20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TOKENS</a:t>
                      </a:r>
                      <a:endParaRPr lang="en-US" sz="20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ADDS / MO</a:t>
                      </a:r>
                      <a:endParaRPr lang="en-US" sz="20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2761"/>
                  </a:ext>
                </a:extLst>
              </a:tr>
              <a:tr h="54839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More input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1,000+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$250+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66558"/>
                  </a:ext>
                </a:extLst>
              </a:tr>
              <a:tr h="54839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More RAG context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3,000+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$750+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748070"/>
                  </a:ext>
                </a:extLst>
              </a:tr>
              <a:tr h="54839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More output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500+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$750+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61031"/>
                  </a:ext>
                </a:extLst>
              </a:tr>
              <a:tr h="548398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Residency premium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10%+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$125+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55759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482626"/>
            <a:ext cx="3670250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1000" y="1482626"/>
            <a:ext cx="38100" cy="1219200"/>
          </a:xfrm>
          <a:prstGeom prst="rect">
            <a:avLst/>
          </a:prstGeom>
          <a:solidFill>
            <a:srgbClr val="D25C64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6750" y="1730276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D25C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RETRY STORMS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6750" y="2038086"/>
            <a:ext cx="325057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Naive error handling re-sends full context under load.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60800" y="1482626"/>
            <a:ext cx="3670250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60800" y="1482626"/>
            <a:ext cx="38100" cy="1219200"/>
          </a:xfrm>
          <a:prstGeom prst="rect">
            <a:avLst/>
          </a:prstGeom>
          <a:solidFill>
            <a:srgbClr val="E9990B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46550" y="1730276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UNBOUNDED AGENTS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46550" y="2038086"/>
            <a:ext cx="325057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per-task ceiling; one stuck loop burns without limit.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40601" y="1482626"/>
            <a:ext cx="3670399" cy="1219200"/>
          </a:xfrm>
          <a:prstGeom prst="roundRect">
            <a:avLst>
              <a:gd name="adj" fmla="val 9375"/>
            </a:avLst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140601" y="1482626"/>
            <a:ext cx="38100" cy="1219200"/>
          </a:xfrm>
          <a:prstGeom prst="rect">
            <a:avLst/>
          </a:prstGeom>
          <a:solidFill>
            <a:srgbClr val="D25C64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26351" y="1730276"/>
            <a:ext cx="3108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D25C6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SHADOW USAGE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426351" y="2038086"/>
            <a:ext cx="325073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Unmetered keys across teams;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nobody owns the bill.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85B12C52-E0B6-41B4-5E21-F2693D89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OPERATIONAL FAILURE MODES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073EF0B-F50D-D6F2-F7F9-DDC9839E2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Where bills quietly run away</a:t>
            </a:r>
          </a:p>
        </p:txBody>
      </p:sp>
      <p:sp>
        <p:nvSpPr>
          <p:cNvPr id="271" name="Shape 272"/>
          <p:cNvSpPr/>
          <p:nvPr/>
        </p:nvSpPr>
        <p:spPr>
          <a:xfrm>
            <a:off x="381000" y="2949476"/>
            <a:ext cx="3670250" cy="12192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73" name="Bar 274"/>
          <p:cNvSpPr/>
          <p:nvPr/>
        </p:nvSpPr>
        <p:spPr>
          <a:xfrm>
            <a:off x="381000" y="2949476"/>
            <a:ext cx="38100" cy="1219200"/>
          </a:xfrm>
          <a:prstGeom prst="rect">
            <a:avLst/>
          </a:prstGeom>
          <a:solidFill>
            <a:srgbClr val="1268B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5" name="Text 276"/>
          <p:cNvSpPr/>
          <p:nvPr/>
        </p:nvSpPr>
        <p:spPr>
          <a:xfrm>
            <a:off x="666750" y="3197126"/>
            <a:ext cx="3110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90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OVER-PROVISIONING</a:t>
            </a:r>
          </a:p>
        </p:txBody>
      </p:sp>
      <p:sp>
        <p:nvSpPr>
          <p:cNvPr id="277" name="Text 278"/>
          <p:cNvSpPr/>
          <p:nvPr/>
        </p:nvSpPr>
        <p:spPr>
          <a:xfrm>
            <a:off x="666750" y="3504936"/>
            <a:ext cx="3319800" cy="5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100% of traffic on the frontier tier when 50–70% is handled by the cheapest tier.</a:t>
            </a:r>
          </a:p>
        </p:txBody>
      </p:sp>
      <p:sp>
        <p:nvSpPr>
          <p:cNvPr id="279" name="Shape 280"/>
          <p:cNvSpPr/>
          <p:nvPr/>
        </p:nvSpPr>
        <p:spPr>
          <a:xfrm>
            <a:off x="4260800" y="2949476"/>
            <a:ext cx="3670250" cy="12192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81" name="Bar 282"/>
          <p:cNvSpPr/>
          <p:nvPr/>
        </p:nvSpPr>
        <p:spPr>
          <a:xfrm>
            <a:off x="4260800" y="2949476"/>
            <a:ext cx="38100" cy="1219200"/>
          </a:xfrm>
          <a:prstGeom prst="rect">
            <a:avLst/>
          </a:prstGeom>
          <a:solidFill>
            <a:srgbClr val="E999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3" name="Text 284"/>
          <p:cNvSpPr/>
          <p:nvPr/>
        </p:nvSpPr>
        <p:spPr>
          <a:xfrm>
            <a:off x="4546550" y="3197126"/>
            <a:ext cx="3110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9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REASONING DEFAULT</a:t>
            </a:r>
          </a:p>
        </p:txBody>
      </p:sp>
      <p:sp>
        <p:nvSpPr>
          <p:cNvPr id="285" name="Text 286"/>
          <p:cNvSpPr/>
          <p:nvPr/>
        </p:nvSpPr>
        <p:spPr>
          <a:xfrm>
            <a:off x="4546550" y="3504936"/>
            <a:ext cx="3110250" cy="5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Hidden reasoning tokens are billed but never seen ; dollars per query.</a:t>
            </a:r>
          </a:p>
        </p:txBody>
      </p:sp>
      <p:sp>
        <p:nvSpPr>
          <p:cNvPr id="287" name="Shape 288"/>
          <p:cNvSpPr/>
          <p:nvPr/>
        </p:nvSpPr>
        <p:spPr>
          <a:xfrm>
            <a:off x="8140601" y="2949476"/>
            <a:ext cx="3670250" cy="12192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89" name="Bar 290"/>
          <p:cNvSpPr/>
          <p:nvPr/>
        </p:nvSpPr>
        <p:spPr>
          <a:xfrm>
            <a:off x="8140601" y="2949476"/>
            <a:ext cx="38100" cy="1219200"/>
          </a:xfrm>
          <a:prstGeom prst="rect">
            <a:avLst/>
          </a:prstGeom>
          <a:solidFill>
            <a:srgbClr val="C24A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 292"/>
          <p:cNvSpPr/>
          <p:nvPr/>
        </p:nvSpPr>
        <p:spPr>
          <a:xfrm>
            <a:off x="8426351" y="3197126"/>
            <a:ext cx="3110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kern="0" spc="9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UNIT ECONOMICS</a:t>
            </a:r>
          </a:p>
        </p:txBody>
      </p:sp>
      <p:sp>
        <p:nvSpPr>
          <p:cNvPr id="293" name="Text 294"/>
          <p:cNvSpPr/>
          <p:nvPr/>
        </p:nvSpPr>
        <p:spPr>
          <a:xfrm>
            <a:off x="8426351" y="3504936"/>
            <a:ext cx="3110250" cy="5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Nobody can answer what one resolved ticket costs in tokens.</a:t>
            </a:r>
          </a:p>
        </p:txBody>
      </p:sp>
      <p:sp>
        <p:nvSpPr>
          <p:cNvPr id="295" name="Shape 296"/>
          <p:cNvSpPr/>
          <p:nvPr/>
        </p:nvSpPr>
        <p:spPr>
          <a:xfrm>
            <a:off x="381000" y="4416325"/>
            <a:ext cx="11430000" cy="1876173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97" name="Bar 298"/>
          <p:cNvSpPr/>
          <p:nvPr/>
        </p:nvSpPr>
        <p:spPr>
          <a:xfrm>
            <a:off x="381000" y="4502790"/>
            <a:ext cx="38100" cy="177156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9" name="Text 300"/>
          <p:cNvSpPr/>
          <p:nvPr/>
        </p:nvSpPr>
        <p:spPr>
          <a:xfrm>
            <a:off x="567690" y="4503108"/>
            <a:ext cx="10930000" cy="242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COUNTERMEASURES ARE CHEAP</a:t>
            </a:r>
          </a:p>
        </p:txBody>
      </p:sp>
      <p:sp>
        <p:nvSpPr>
          <p:cNvPr id="301" name="Text 302"/>
          <p:cNvSpPr/>
          <p:nvPr/>
        </p:nvSpPr>
        <p:spPr>
          <a:xfrm>
            <a:off x="518160" y="4828400"/>
            <a:ext cx="10930000" cy="1464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Exponential backoff and truncated-context retries 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Per-task token ceilings and loop limits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Classification-based routing with escalation 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Central gateway with per-team keys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Unit-cost dashboards per feature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06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THE OPTIMISATION PLAYBOOK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Proven levers, ordered by effort-to-impact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1A41911-AE81-9F65-63C2-6ADF7C1409A4}"/>
              </a:ext>
            </a:extLst>
          </p:cNvPr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9"/>
          <p:cNvSpPr/>
          <p:nvPr/>
        </p:nvSpPr>
        <p:spPr>
          <a:xfrm>
            <a:off x="6487716" y="2242899"/>
            <a:ext cx="5394960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592491" y="2354340"/>
            <a:ext cx="4572000" cy="27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control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592491" y="2622200"/>
            <a:ext cx="4572000" cy="246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 max tokens; be terse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487716" y="3889113"/>
            <a:ext cx="5394960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592491" y="4030459"/>
            <a:ext cx="4572000" cy="268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 caching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592491" y="4299130"/>
            <a:ext cx="4572000" cy="243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~31% hit rate on FAQs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487716" y="3046607"/>
            <a:ext cx="5394960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92491" y="3170429"/>
            <a:ext cx="45720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budgets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92491" y="3437129"/>
            <a:ext cx="4572000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Ceilings stop tail blowouts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487716" y="4724936"/>
            <a:ext cx="5394960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592491" y="4842714"/>
            <a:ext cx="45720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Quantisation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592491" y="5109414"/>
            <a:ext cx="529844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Activation-aware quantization&gt;3x fast self-hosting on suitable hardware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30DC237C-A4FD-9E8C-B0B6-482348E5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LEVERS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E18D6-8EC1-93E9-CB8C-A81655652D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Combined levers can often deliver 60–80% reductions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14755-72B9-5616-87D7-257C3C7D7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012911"/>
              </p:ext>
            </p:extLst>
          </p:nvPr>
        </p:nvGraphicFramePr>
        <p:xfrm>
          <a:off x="453462" y="1644166"/>
          <a:ext cx="5483781" cy="38122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7927">
                  <a:extLst>
                    <a:ext uri="{9D8B030D-6E8A-4147-A177-3AD203B41FA5}">
                      <a16:colId xmlns:a16="http://schemas.microsoft.com/office/drawing/2014/main" val="2072410125"/>
                    </a:ext>
                  </a:extLst>
                </a:gridCol>
                <a:gridCol w="1827927">
                  <a:extLst>
                    <a:ext uri="{9D8B030D-6E8A-4147-A177-3AD203B41FA5}">
                      <a16:colId xmlns:a16="http://schemas.microsoft.com/office/drawing/2014/main" val="1433473293"/>
                    </a:ext>
                  </a:extLst>
                </a:gridCol>
                <a:gridCol w="1827927">
                  <a:extLst>
                    <a:ext uri="{9D8B030D-6E8A-4147-A177-3AD203B41FA5}">
                      <a16:colId xmlns:a16="http://schemas.microsoft.com/office/drawing/2014/main" val="2589409664"/>
                    </a:ext>
                  </a:extLst>
                </a:gridCol>
              </a:tblGrid>
              <a:tr h="499931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LEVER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SAVING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EFFORT</a:t>
                      </a:r>
                      <a:endParaRPr lang="en-US" sz="1800" dirty="0">
                        <a:latin typeface="Manrope" pitchFamily="2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2761"/>
                  </a:ext>
                </a:extLst>
              </a:tr>
              <a:tr h="70310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Prompt caching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20–50%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Low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66558"/>
                  </a:ext>
                </a:extLst>
              </a:tr>
              <a:tr h="70310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Model routing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40–60%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748070"/>
                  </a:ext>
                </a:extLst>
              </a:tr>
              <a:tr h="499931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Batch APIs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50%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Low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61031"/>
                  </a:ext>
                </a:extLst>
              </a:tr>
              <a:tr h="70310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Context engineering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20–40%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473516"/>
                  </a:ext>
                </a:extLst>
              </a:tr>
              <a:tr h="70310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Distill and self-host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 80%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High</a:t>
                      </a:r>
                      <a:endParaRPr lang="en-US" sz="16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366165"/>
                  </a:ext>
                </a:extLst>
              </a:tr>
            </a:tbl>
          </a:graphicData>
        </a:graphic>
      </p:graphicFrame>
      <p:sp>
        <p:nvSpPr>
          <p:cNvPr id="8" name="Shape 254">
            <a:extLst>
              <a:ext uri="{FF2B5EF4-FFF2-40B4-BE49-F238E27FC236}">
                <a16:creationId xmlns:a16="http://schemas.microsoft.com/office/drawing/2014/main" id="{FA0872FA-FFC2-7A3F-9A51-AF0635C5A3C3}"/>
              </a:ext>
            </a:extLst>
          </p:cNvPr>
          <p:cNvSpPr/>
          <p:nvPr/>
        </p:nvSpPr>
        <p:spPr>
          <a:xfrm>
            <a:off x="453461" y="5600075"/>
            <a:ext cx="11430000" cy="91175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Bar 256">
            <a:extLst>
              <a:ext uri="{FF2B5EF4-FFF2-40B4-BE49-F238E27FC236}">
                <a16:creationId xmlns:a16="http://schemas.microsoft.com/office/drawing/2014/main" id="{757D0A36-10C0-0C0C-45C0-02C0761CD6AE}"/>
              </a:ext>
            </a:extLst>
          </p:cNvPr>
          <p:cNvSpPr/>
          <p:nvPr/>
        </p:nvSpPr>
        <p:spPr>
          <a:xfrm>
            <a:off x="415361" y="5599674"/>
            <a:ext cx="38100" cy="8264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258">
            <a:extLst>
              <a:ext uri="{FF2B5EF4-FFF2-40B4-BE49-F238E27FC236}">
                <a16:creationId xmlns:a16="http://schemas.microsoft.com/office/drawing/2014/main" id="{BAB274B6-5B18-B6A8-E41E-95AF7B2A8886}"/>
              </a:ext>
            </a:extLst>
          </p:cNvPr>
          <p:cNvSpPr/>
          <p:nvPr/>
        </p:nvSpPr>
        <p:spPr>
          <a:xfrm>
            <a:off x="739211" y="5740075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RULE</a:t>
            </a:r>
          </a:p>
        </p:txBody>
      </p:sp>
      <p:sp>
        <p:nvSpPr>
          <p:cNvPr id="14" name="Text 260">
            <a:extLst>
              <a:ext uri="{FF2B5EF4-FFF2-40B4-BE49-F238E27FC236}">
                <a16:creationId xmlns:a16="http://schemas.microsoft.com/office/drawing/2014/main" id="{7CE4D5D0-D369-D82A-A4D4-E19C54261CE2}"/>
              </a:ext>
            </a:extLst>
          </p:cNvPr>
          <p:cNvSpPr/>
          <p:nvPr/>
        </p:nvSpPr>
        <p:spPr>
          <a:xfrm>
            <a:off x="739211" y="6000075"/>
            <a:ext cx="1093000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Prerequisite for all of them: measurement — you cannot optimize what you do not meter.</a:t>
            </a:r>
            <a:endParaRPr lang="en-US" sz="1600" kern="0" dirty="0">
              <a:solidFill>
                <a:srgbClr val="404040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15D7F8D9-288E-BD41-91F9-6983EF12CF79}"/>
              </a:ext>
            </a:extLst>
          </p:cNvPr>
          <p:cNvSpPr/>
          <p:nvPr/>
        </p:nvSpPr>
        <p:spPr>
          <a:xfrm>
            <a:off x="6487716" y="1715679"/>
            <a:ext cx="4572000" cy="27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defRPr/>
            </a:pPr>
            <a:r>
              <a:rPr lang="en-US" b="1" kern="0" spc="90" dirty="0">
                <a:solidFill>
                  <a:srgbClr val="808080"/>
                </a:solidFill>
                <a:latin typeface="Manrope" pitchFamily="34" charset="0"/>
              </a:rPr>
              <a:t>ADVANCED LEVERS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FB2E6E-9FAE-9470-6A74-1CE640D21D19}"/>
              </a:ext>
            </a:extLst>
          </p:cNvPr>
          <p:cNvCxnSpPr/>
          <p:nvPr/>
        </p:nvCxnSpPr>
        <p:spPr>
          <a:xfrm>
            <a:off x="6435090" y="2125980"/>
            <a:ext cx="54292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381000" y="1825526"/>
            <a:ext cx="3733800" cy="994172"/>
          </a:xfrm>
          <a:prstGeom prst="rect">
            <a:avLst/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1000" y="1825526"/>
            <a:ext cx="3733800" cy="28575"/>
          </a:xfrm>
          <a:prstGeom prst="rect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2450" y="1977926"/>
            <a:ext cx="34926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 caching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2450" y="2317016"/>
            <a:ext cx="3492627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Stable prefixes hit the provider KV-cache: ~90% off repeat input.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29100" y="1825526"/>
            <a:ext cx="3733800" cy="994172"/>
          </a:xfrm>
          <a:prstGeom prst="rect">
            <a:avLst/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29100" y="1825526"/>
            <a:ext cx="3733800" cy="28575"/>
          </a:xfrm>
          <a:prstGeom prst="rect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00550" y="1977926"/>
            <a:ext cx="34926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routing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00550" y="2317016"/>
            <a:ext cx="3492627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Route 50–70% of traffic to cheap tiers; escalate on failure.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77200" y="1825526"/>
            <a:ext cx="3733800" cy="994172"/>
          </a:xfrm>
          <a:prstGeom prst="rect">
            <a:avLst/>
          </a:prstGeom>
          <a:solidFill>
            <a:srgbClr val="F4F6F8"/>
          </a:solidFill>
          <a:ln/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77200" y="1825526"/>
            <a:ext cx="3733800" cy="28575"/>
          </a:xfrm>
          <a:prstGeom prst="rect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48650" y="1977926"/>
            <a:ext cx="34926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APIs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248650" y="2317016"/>
            <a:ext cx="3492627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non-interactive work goes to 50%-off async queues.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1000" y="5439073"/>
            <a:ext cx="11430000" cy="600075"/>
          </a:xfrm>
          <a:prstGeom prst="roundRect">
            <a:avLst>
              <a:gd name="adj" fmla="val 15873"/>
            </a:avLst>
          </a:prstGeom>
          <a:solidFill>
            <a:srgbClr val="E7F0F8"/>
          </a:solidFill>
          <a:ln/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5658148"/>
            <a:ext cx="209550" cy="2095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14400" y="5570519"/>
            <a:ext cx="107061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+ caching alone can bring effective cost to roughly 25% of on-demand list price — before any deeper engineering.</a:t>
            </a:r>
            <a:endParaRPr lang="en-US" sz="1400" b="1" dirty="0">
              <a:latin typeface="Manrope" pitchFamily="2" charset="0"/>
            </a:endParaRP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686BCB9C-8FCE-66DF-0EFE-31667581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BIG THREE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642F0E0-47CE-6623-53C6-DFD54BA27C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Caching, routing and batching come first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AEF06B04-7DB4-9283-E078-935C1BF2E175}"/>
              </a:ext>
            </a:extLst>
          </p:cNvPr>
          <p:cNvSpPr/>
          <p:nvPr/>
        </p:nvSpPr>
        <p:spPr>
          <a:xfrm>
            <a:off x="380999" y="3142952"/>
            <a:ext cx="3733799" cy="1959174"/>
          </a:xfrm>
          <a:prstGeom prst="roundRect">
            <a:avLst>
              <a:gd name="adj" fmla="val 791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Best for: system prompts, policies, reusable docs.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Keep the prompt prefix stable.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Put variable user content at the end.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929312FC-9B1F-6E41-886A-8143924BD3D8}"/>
              </a:ext>
            </a:extLst>
          </p:cNvPr>
          <p:cNvSpPr/>
          <p:nvPr/>
        </p:nvSpPr>
        <p:spPr>
          <a:xfrm>
            <a:off x="4229101" y="3142952"/>
            <a:ext cx="3733799" cy="1959174"/>
          </a:xfrm>
          <a:prstGeom prst="roundRect">
            <a:avLst>
              <a:gd name="adj" fmla="val 9374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Best for: mixed workloads with clear task difficulty.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Use a classifier or rules first.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Send only hard cases to the frontier model.</a:t>
            </a: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35D69BB-D06E-1914-C621-4BEB1F88AB91}"/>
              </a:ext>
            </a:extLst>
          </p:cNvPr>
          <p:cNvSpPr/>
          <p:nvPr/>
        </p:nvSpPr>
        <p:spPr>
          <a:xfrm>
            <a:off x="8077201" y="3142952"/>
            <a:ext cx="3733799" cy="1959174"/>
          </a:xfrm>
          <a:prstGeom prst="roundRect">
            <a:avLst>
              <a:gd name="adj" fmla="val 1083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Best for: documents, reports, evaluations, offline jobs.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Accept higher latency.</a:t>
            </a:r>
          </a:p>
          <a:p>
            <a:pPr marL="285750" indent="-285750" algn="l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Use for work that does not need instant response.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4">
            <a:extLst>
              <a:ext uri="{FF2B5EF4-FFF2-40B4-BE49-F238E27FC236}">
                <a16:creationId xmlns:a16="http://schemas.microsoft.com/office/drawing/2014/main" id="{021ACB56-CD7F-DA77-8806-CE172DDF2909}"/>
              </a:ext>
            </a:extLst>
          </p:cNvPr>
          <p:cNvSpPr/>
          <p:nvPr/>
        </p:nvSpPr>
        <p:spPr>
          <a:xfrm>
            <a:off x="380999" y="1825526"/>
            <a:ext cx="3657600" cy="2703501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352" y="381000"/>
            <a:ext cx="806648" cy="2476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81000" y="1827742"/>
            <a:ext cx="3695700" cy="28575"/>
          </a:xfrm>
          <a:prstGeom prst="rect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0075" y="1948243"/>
            <a:ext cx="33552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9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STAY ON APIS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9915" y="2375255"/>
            <a:ext cx="3435350" cy="2298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Spiky, latency-bound traffic</a:t>
            </a:r>
            <a:endParaRPr lang="en-US" sz="1600" dirty="0">
              <a:latin typeface="Manrope" pitchFamily="2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Capability needs track the frontier</a:t>
            </a:r>
            <a:endParaRPr lang="en-US" sz="1600" dirty="0">
              <a:latin typeface="Manrope" pitchFamily="2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Below ~$15-20K/mo steady spend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29101" y="1827742"/>
            <a:ext cx="3695700" cy="28575"/>
          </a:xfrm>
          <a:prstGeom prst="rect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67225" y="1948243"/>
            <a:ext cx="33552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9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BLEND · OPEN VIA HOSTS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457065" y="2375255"/>
            <a:ext cx="3435350" cy="2298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Marginal-cost pricing, zero GPU ops</a:t>
            </a:r>
            <a:endParaRPr lang="en-US" sz="1600" dirty="0">
              <a:latin typeface="Manrope" pitchFamily="2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Portability = negotiating leverage</a:t>
            </a:r>
            <a:endParaRPr lang="en-US" sz="1600" dirty="0">
              <a:latin typeface="Manrope" pitchFamily="2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Default for routine workloads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077201" y="1827742"/>
            <a:ext cx="3695700" cy="28575"/>
          </a:xfrm>
          <a:prstGeom prst="rect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sz="2400" dirty="0">
              <a:latin typeface="Manrope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334375" y="1948243"/>
            <a:ext cx="33552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9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SELF-HOST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324215" y="2375255"/>
            <a:ext cx="3435350" cy="2298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Steady, high-volume traffic</a:t>
            </a:r>
            <a:endParaRPr lang="en-US" sz="1600" dirty="0">
              <a:latin typeface="Manrope" pitchFamily="2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residency adds real value</a:t>
            </a:r>
            <a:endParaRPr lang="en-US" sz="1600" dirty="0">
              <a:latin typeface="Manrope" pitchFamily="2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Narrow, distillable tasks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BADD7EEA-1199-99AE-68F8-EBC501382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SOURCING STRATEGY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495ABC1-B741-3226-7FA0-C17468D740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When to rent, blend, or run your own</a:t>
            </a:r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0DD1CCB5-B260-13FF-EF5D-C0CC9B2F1E25}"/>
              </a:ext>
            </a:extLst>
          </p:cNvPr>
          <p:cNvSpPr/>
          <p:nvPr/>
        </p:nvSpPr>
        <p:spPr>
          <a:xfrm>
            <a:off x="4229101" y="1825526"/>
            <a:ext cx="3657600" cy="2703501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F1B855D2-23A2-9F64-61F9-CEF47BB2C53E}"/>
              </a:ext>
            </a:extLst>
          </p:cNvPr>
          <p:cNvSpPr/>
          <p:nvPr/>
        </p:nvSpPr>
        <p:spPr>
          <a:xfrm>
            <a:off x="8077201" y="1825526"/>
            <a:ext cx="3657600" cy="2703501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03" name="Shape 304"/>
          <p:cNvSpPr/>
          <p:nvPr/>
        </p:nvSpPr>
        <p:spPr>
          <a:xfrm>
            <a:off x="381000" y="4992478"/>
            <a:ext cx="11430000" cy="142737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05" name="Bar 306"/>
          <p:cNvSpPr/>
          <p:nvPr/>
        </p:nvSpPr>
        <p:spPr>
          <a:xfrm>
            <a:off x="381000" y="5033269"/>
            <a:ext cx="38100" cy="1270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Text 308"/>
          <p:cNvSpPr/>
          <p:nvPr/>
        </p:nvSpPr>
        <p:spPr>
          <a:xfrm>
            <a:off x="666750" y="5132479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BREAK-EVEN</a:t>
            </a:r>
          </a:p>
        </p:txBody>
      </p:sp>
      <p:sp>
        <p:nvSpPr>
          <p:cNvPr id="309" name="Text 310"/>
          <p:cNvSpPr/>
          <p:nvPr/>
        </p:nvSpPr>
        <p:spPr>
          <a:xfrm>
            <a:off x="666750" y="5341574"/>
            <a:ext cx="10930000" cy="821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Self-hosting becomes rational at roughly </a:t>
            </a:r>
            <a:r>
              <a:rPr lang="en-US" sz="15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$15–20K/month of steady API </a:t>
            </a:r>
            <a:r>
              <a:rPr lang="en-US" sz="15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spend on workloads an open model can absorb — below that, engineering and ops overhead eat the savings. The blend lane captures marginal-cost pricing without operating GPUs, and portability doubles as negotiating leverage.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07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FINOPS FOR AI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Treating tokens as a managed resource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9B10928-32FE-EFF8-1C13-4ED25A501848}"/>
              </a:ext>
            </a:extLst>
          </p:cNvPr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609600" y="1625276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162527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9600" y="2101526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Meter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600" y="2406326"/>
            <a:ext cx="2476500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Per-feature, per-team token metering and unit costs.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67100" y="1625276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429000" y="162527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67100" y="2101526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Optimise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67100" y="2406326"/>
            <a:ext cx="2476500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Apply the lever stack; track cache-hit rate as a KPI.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324600" y="1625276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86500" y="162527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24600" y="2101526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24600" y="2406326"/>
            <a:ext cx="2476500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Budgets, routing policy and alerts at one gateway.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182100" y="1625276"/>
            <a:ext cx="381000" cy="3810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sz="2000" dirty="0">
              <a:latin typeface="Manrope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144000" y="162527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182100" y="2101526"/>
            <a:ext cx="2476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182100" y="2406326"/>
            <a:ext cx="2597002" cy="860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</a:rPr>
              <a:t>Reinvest savings — optimise ROI, not minimal spend.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89B19442-15FF-E1CD-BBD0-DFB386E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OPERATING LOOP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C809C94-1018-E2BB-90E0-6026FE2A6B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Meter, optimize, govern — then expand deliberately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B59B1DD-B9D6-D5CB-AA6E-9B638CE4125B}"/>
              </a:ext>
            </a:extLst>
          </p:cNvPr>
          <p:cNvSpPr/>
          <p:nvPr/>
        </p:nvSpPr>
        <p:spPr>
          <a:xfrm>
            <a:off x="489097" y="3168499"/>
            <a:ext cx="2597003" cy="178627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Track input, output, cache hit rate, and retries.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Build cost per task / per outcome.</a:t>
            </a:r>
            <a:endParaRPr lang="en-IN" sz="1400" dirty="0">
              <a:latin typeface="Manrope" pitchFamily="3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06F6590-CE85-B6F9-77F5-07BFB7D9F864}"/>
              </a:ext>
            </a:extLst>
          </p:cNvPr>
          <p:cNvSpPr/>
          <p:nvPr/>
        </p:nvSpPr>
        <p:spPr>
          <a:xfrm>
            <a:off x="3346597" y="3168498"/>
            <a:ext cx="2597003" cy="178627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Route, cache, batch, and compress context.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Use the cheapest acceptable model.</a:t>
            </a:r>
            <a:r>
              <a:rPr lang="en-IN" sz="1400" dirty="0">
                <a:latin typeface="Manrope" pitchFamily="34" charset="0"/>
              </a:rPr>
              <a:t>dd</a:t>
            </a:r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A705E127-2243-3572-43A3-A37515295C8C}"/>
              </a:ext>
            </a:extLst>
          </p:cNvPr>
          <p:cNvSpPr/>
          <p:nvPr/>
        </p:nvSpPr>
        <p:spPr>
          <a:xfrm>
            <a:off x="6134100" y="3168497"/>
            <a:ext cx="2597003" cy="178627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Enforce budgets and escalation rules.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Review model choice quarterly.</a:t>
            </a:r>
            <a:endParaRPr lang="en-IN" sz="1400" dirty="0">
              <a:latin typeface="Manrope" pitchFamily="34" charset="0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1245E70-B0BD-F877-270C-F8EE0A8F3BCC}"/>
              </a:ext>
            </a:extLst>
          </p:cNvPr>
          <p:cNvSpPr/>
          <p:nvPr/>
        </p:nvSpPr>
        <p:spPr>
          <a:xfrm>
            <a:off x="8937553" y="3168496"/>
            <a:ext cx="2597003" cy="178627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Scale only where AI adds value.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Use savings to fund more high-ROI workflows.</a:t>
            </a:r>
            <a:endParaRPr lang="en-IN" sz="1400" dirty="0">
              <a:latin typeface="Manrope" pitchFamily="34" charset="0"/>
            </a:endParaRPr>
          </a:p>
        </p:txBody>
      </p:sp>
      <p:sp>
        <p:nvSpPr>
          <p:cNvPr id="31" name="Shape 254">
            <a:extLst>
              <a:ext uri="{FF2B5EF4-FFF2-40B4-BE49-F238E27FC236}">
                <a16:creationId xmlns:a16="http://schemas.microsoft.com/office/drawing/2014/main" id="{02CCBE38-67F3-90DD-0D27-8BF22E545D58}"/>
              </a:ext>
            </a:extLst>
          </p:cNvPr>
          <p:cNvSpPr/>
          <p:nvPr/>
        </p:nvSpPr>
        <p:spPr>
          <a:xfrm>
            <a:off x="453461" y="5185400"/>
            <a:ext cx="11430000" cy="948825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3" name="Bar 256">
            <a:extLst>
              <a:ext uri="{FF2B5EF4-FFF2-40B4-BE49-F238E27FC236}">
                <a16:creationId xmlns:a16="http://schemas.microsoft.com/office/drawing/2014/main" id="{7D7B0651-0BD7-C400-B330-63F869812230}"/>
              </a:ext>
            </a:extLst>
          </p:cNvPr>
          <p:cNvSpPr/>
          <p:nvPr/>
        </p:nvSpPr>
        <p:spPr>
          <a:xfrm>
            <a:off x="415361" y="5186208"/>
            <a:ext cx="38100" cy="9090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8">
            <a:extLst>
              <a:ext uri="{FF2B5EF4-FFF2-40B4-BE49-F238E27FC236}">
                <a16:creationId xmlns:a16="http://schemas.microsoft.com/office/drawing/2014/main" id="{3363D013-CD7F-5451-0BD0-76404E5E1F40}"/>
              </a:ext>
            </a:extLst>
          </p:cNvPr>
          <p:cNvSpPr/>
          <p:nvPr/>
        </p:nvSpPr>
        <p:spPr>
          <a:xfrm>
            <a:off x="739211" y="5219071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RULE</a:t>
            </a:r>
          </a:p>
        </p:txBody>
      </p:sp>
      <p:sp>
        <p:nvSpPr>
          <p:cNvPr id="37" name="Text 260">
            <a:extLst>
              <a:ext uri="{FF2B5EF4-FFF2-40B4-BE49-F238E27FC236}">
                <a16:creationId xmlns:a16="http://schemas.microsoft.com/office/drawing/2014/main" id="{36C8856A-4F49-8B6F-7A4D-B021886DCA80}"/>
              </a:ext>
            </a:extLst>
          </p:cNvPr>
          <p:cNvSpPr/>
          <p:nvPr/>
        </p:nvSpPr>
        <p:spPr>
          <a:xfrm>
            <a:off x="739211" y="5479071"/>
            <a:ext cx="1093000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Measure first, optimize next, put guardrails in place, then expand AI where it creates the most business value. Expand is deliberate: </a:t>
            </a:r>
            <a:r>
              <a:rPr lang="en-US" sz="16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goal is ROI per outcome, not minimal spend</a:t>
            </a:r>
            <a:r>
              <a:rPr lang="en-US" sz="16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Savings fund more AI, not less.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E645CA-DED5-6300-B0F2-8CC00CAD70A4}"/>
              </a:ext>
            </a:extLst>
          </p:cNvPr>
          <p:cNvCxnSpPr>
            <a:stCxn id="9" idx="2"/>
            <a:endCxn id="21" idx="0"/>
          </p:cNvCxnSpPr>
          <p:nvPr/>
        </p:nvCxnSpPr>
        <p:spPr>
          <a:xfrm>
            <a:off x="5723023" y="2383766"/>
            <a:ext cx="0" cy="19645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4"/>
          <p:cNvSpPr/>
          <p:nvPr/>
        </p:nvSpPr>
        <p:spPr>
          <a:xfrm>
            <a:off x="381000" y="1825527"/>
            <a:ext cx="4595033" cy="28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FinOps Foundation says </a:t>
            </a:r>
            <a:r>
              <a:rPr lang="en-US" sz="2400" b="1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is the number one forward-looking priority in the 2026 State of FinOps</a:t>
            </a:r>
            <a:r>
              <a:rPr lang="en-US" sz="2400" kern="0" spc="-45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The winners make it structural, not heroic.</a:t>
            </a:r>
            <a:endParaRPr lang="en-US" sz="2400" dirty="0">
              <a:latin typeface="Manrope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13473" y="1926566"/>
            <a:ext cx="419100" cy="419100"/>
          </a:xfrm>
          <a:prstGeom prst="ellipse">
            <a:avLst/>
          </a:prstGeom>
          <a:solidFill>
            <a:srgbClr val="00B0F0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75373" y="192656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42123" y="2012291"/>
            <a:ext cx="45101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gateway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42122" y="2278991"/>
            <a:ext cx="5551883" cy="353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Centralise access: metering, routing, caching, budgets.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513473" y="2733810"/>
            <a:ext cx="419100" cy="4191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75373" y="273381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42123" y="2819535"/>
            <a:ext cx="3964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economics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42122" y="3086235"/>
            <a:ext cx="4879739" cy="353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 cost targets per ticket, document or code change.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513473" y="3541053"/>
            <a:ext cx="419100" cy="4191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75373" y="354105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42123" y="3626778"/>
            <a:ext cx="441514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Quarterly model reviews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42123" y="3893478"/>
            <a:ext cx="5434890" cy="353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~10× yearly deflation, last year's model choice is already wrong.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513473" y="4348297"/>
            <a:ext cx="419100" cy="419100"/>
          </a:xfrm>
          <a:prstGeom prst="ellipse">
            <a:avLst/>
          </a:prstGeom>
          <a:solidFill>
            <a:srgbClr val="1268B3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75373" y="434829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275" dirty="0">
              <a:latin typeface="Manrope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142123" y="4434022"/>
            <a:ext cx="380795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Budgets in design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42123" y="4700722"/>
            <a:ext cx="5668876" cy="444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 cost in every feature review — as cloud cost once was.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A969A8FE-8B75-7A52-9104-F603DD1B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GOVERNANCE MOVES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C84FD7B-7096-BD68-9FC4-9B7538361E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IN" dirty="0"/>
              <a:t>Four moves that make cost a design property</a:t>
            </a:r>
          </a:p>
        </p:txBody>
      </p:sp>
      <p:sp>
        <p:nvSpPr>
          <p:cNvPr id="4" name="Shape 254">
            <a:extLst>
              <a:ext uri="{FF2B5EF4-FFF2-40B4-BE49-F238E27FC236}">
                <a16:creationId xmlns:a16="http://schemas.microsoft.com/office/drawing/2014/main" id="{2DABC614-172E-1A51-9BB8-EAC4A52E0F81}"/>
              </a:ext>
            </a:extLst>
          </p:cNvPr>
          <p:cNvSpPr/>
          <p:nvPr/>
        </p:nvSpPr>
        <p:spPr>
          <a:xfrm>
            <a:off x="453461" y="5339405"/>
            <a:ext cx="11430000" cy="948825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6" name="Bar 256">
            <a:extLst>
              <a:ext uri="{FF2B5EF4-FFF2-40B4-BE49-F238E27FC236}">
                <a16:creationId xmlns:a16="http://schemas.microsoft.com/office/drawing/2014/main" id="{34293A8C-402A-9B70-41BE-533F89C74372}"/>
              </a:ext>
            </a:extLst>
          </p:cNvPr>
          <p:cNvSpPr/>
          <p:nvPr/>
        </p:nvSpPr>
        <p:spPr>
          <a:xfrm>
            <a:off x="415361" y="5340213"/>
            <a:ext cx="38100" cy="9090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8">
            <a:extLst>
              <a:ext uri="{FF2B5EF4-FFF2-40B4-BE49-F238E27FC236}">
                <a16:creationId xmlns:a16="http://schemas.microsoft.com/office/drawing/2014/main" id="{0D3D5D83-367F-D72B-3607-73ABDF0394DC}"/>
              </a:ext>
            </a:extLst>
          </p:cNvPr>
          <p:cNvSpPr/>
          <p:nvPr/>
        </p:nvSpPr>
        <p:spPr>
          <a:xfrm>
            <a:off x="739211" y="5373076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MESSAGE</a:t>
            </a:r>
          </a:p>
        </p:txBody>
      </p:sp>
      <p:sp>
        <p:nvSpPr>
          <p:cNvPr id="28" name="Text 260">
            <a:extLst>
              <a:ext uri="{FF2B5EF4-FFF2-40B4-BE49-F238E27FC236}">
                <a16:creationId xmlns:a16="http://schemas.microsoft.com/office/drawing/2014/main" id="{F3C0706C-3594-DC3D-E593-E17B85632103}"/>
              </a:ext>
            </a:extLst>
          </p:cNvPr>
          <p:cNvSpPr/>
          <p:nvPr/>
        </p:nvSpPr>
        <p:spPr>
          <a:xfrm>
            <a:off x="739211" y="5633076"/>
            <a:ext cx="10930000" cy="5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winners make </a:t>
            </a:r>
            <a:r>
              <a:rPr lang="en-US" sz="16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cost management structural</a:t>
            </a:r>
            <a:r>
              <a:rPr lang="en-US" sz="16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measured, governed, reviewed quarterly, and designed in from the start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2"/>
          <p:cNvSpPr/>
          <p:nvPr/>
        </p:nvSpPr>
        <p:spPr>
          <a:xfrm>
            <a:off x="381000" y="1650000"/>
            <a:ext cx="2740000" cy="15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63" name="Text 264"/>
          <p:cNvSpPr/>
          <p:nvPr/>
        </p:nvSpPr>
        <p:spPr>
          <a:xfrm>
            <a:off x="552450" y="1821450"/>
            <a:ext cx="2397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58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PER RESOLVED TASK</a:t>
            </a:r>
          </a:p>
        </p:txBody>
      </p:sp>
      <p:sp>
        <p:nvSpPr>
          <p:cNvPr id="265" name="Text 266"/>
          <p:cNvSpPr/>
          <p:nvPr/>
        </p:nvSpPr>
        <p:spPr>
          <a:xfrm>
            <a:off x="558250" y="2146450"/>
            <a:ext cx="2397100" cy="8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anchor metric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spend ÷ business outcomes, per use case.</a:t>
            </a:r>
          </a:p>
        </p:txBody>
      </p:sp>
      <p:sp>
        <p:nvSpPr>
          <p:cNvPr id="267" name="Shape 268"/>
          <p:cNvSpPr/>
          <p:nvPr/>
        </p:nvSpPr>
        <p:spPr>
          <a:xfrm>
            <a:off x="3277000" y="1650000"/>
            <a:ext cx="2740000" cy="15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69" name="Text 270"/>
          <p:cNvSpPr/>
          <p:nvPr/>
        </p:nvSpPr>
        <p:spPr>
          <a:xfrm>
            <a:off x="3448450" y="1821450"/>
            <a:ext cx="2397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58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CACHE-HIT RATE</a:t>
            </a:r>
          </a:p>
        </p:txBody>
      </p:sp>
      <p:sp>
        <p:nvSpPr>
          <p:cNvPr id="271" name="Text 272"/>
          <p:cNvSpPr/>
          <p:nvPr/>
        </p:nvSpPr>
        <p:spPr>
          <a:xfrm>
            <a:off x="3454250" y="2146450"/>
            <a:ext cx="2397100" cy="8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 of input tokens billed at the cached rate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biggest low-effort discount (~90%).</a:t>
            </a:r>
          </a:p>
        </p:txBody>
      </p:sp>
      <p:sp>
        <p:nvSpPr>
          <p:cNvPr id="273" name="Shape 274"/>
          <p:cNvSpPr/>
          <p:nvPr/>
        </p:nvSpPr>
        <p:spPr>
          <a:xfrm>
            <a:off x="6173000" y="1650000"/>
            <a:ext cx="2740000" cy="15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75" name="Text 276"/>
          <p:cNvSpPr/>
          <p:nvPr/>
        </p:nvSpPr>
        <p:spPr>
          <a:xfrm>
            <a:off x="6344450" y="1821450"/>
            <a:ext cx="2397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58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ROUTING MIX</a:t>
            </a:r>
          </a:p>
        </p:txBody>
      </p:sp>
      <p:sp>
        <p:nvSpPr>
          <p:cNvPr id="277" name="Text 278"/>
          <p:cNvSpPr/>
          <p:nvPr/>
        </p:nvSpPr>
        <p:spPr>
          <a:xfrm>
            <a:off x="6350250" y="2146450"/>
            <a:ext cx="2397100" cy="8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 of requests by tier 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50–70% on the cheapest capable model</a:t>
            </a:r>
          </a:p>
        </p:txBody>
      </p:sp>
      <p:sp>
        <p:nvSpPr>
          <p:cNvPr id="279" name="Shape 280"/>
          <p:cNvSpPr/>
          <p:nvPr/>
        </p:nvSpPr>
        <p:spPr>
          <a:xfrm>
            <a:off x="9069000" y="1650000"/>
            <a:ext cx="2740000" cy="15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81" name="Text 282"/>
          <p:cNvSpPr/>
          <p:nvPr/>
        </p:nvSpPr>
        <p:spPr>
          <a:xfrm>
            <a:off x="9240450" y="1821450"/>
            <a:ext cx="2397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58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SHARE</a:t>
            </a:r>
          </a:p>
        </p:txBody>
      </p:sp>
      <p:sp>
        <p:nvSpPr>
          <p:cNvPr id="283" name="Text 284"/>
          <p:cNvSpPr/>
          <p:nvPr/>
        </p:nvSpPr>
        <p:spPr>
          <a:xfrm>
            <a:off x="9246250" y="2146450"/>
            <a:ext cx="2397100" cy="8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 of eligible tokens in 50%-off async lanes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Free money on non-interactive work.</a:t>
            </a:r>
          </a:p>
        </p:txBody>
      </p:sp>
      <p:sp>
        <p:nvSpPr>
          <p:cNvPr id="285" name="Shape 286"/>
          <p:cNvSpPr/>
          <p:nvPr/>
        </p:nvSpPr>
        <p:spPr>
          <a:xfrm>
            <a:off x="381000" y="3400000"/>
            <a:ext cx="3650000" cy="15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87" name="Text 288"/>
          <p:cNvSpPr/>
          <p:nvPr/>
        </p:nvSpPr>
        <p:spPr>
          <a:xfrm>
            <a:off x="552450" y="3571450"/>
            <a:ext cx="3307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58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/ INPUT RATIO</a:t>
            </a:r>
          </a:p>
        </p:txBody>
      </p:sp>
      <p:sp>
        <p:nvSpPr>
          <p:cNvPr id="289" name="Text 290"/>
          <p:cNvSpPr/>
          <p:nvPr/>
        </p:nvSpPr>
        <p:spPr>
          <a:xfrm>
            <a:off x="552450" y="3960000"/>
            <a:ext cx="33071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Flags verbosity and reasoning-tier misuse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costs 3–8× input.</a:t>
            </a:r>
          </a:p>
        </p:txBody>
      </p:sp>
      <p:sp>
        <p:nvSpPr>
          <p:cNvPr id="291" name="Shape 292"/>
          <p:cNvSpPr/>
          <p:nvPr/>
        </p:nvSpPr>
        <p:spPr>
          <a:xfrm>
            <a:off x="4271000" y="3400000"/>
            <a:ext cx="3650000" cy="15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93" name="Text 294"/>
          <p:cNvSpPr/>
          <p:nvPr/>
        </p:nvSpPr>
        <p:spPr>
          <a:xfrm>
            <a:off x="4442450" y="3571450"/>
            <a:ext cx="3307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58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WASTE INDICATORS</a:t>
            </a:r>
          </a:p>
        </p:txBody>
      </p:sp>
      <p:sp>
        <p:nvSpPr>
          <p:cNvPr id="295" name="Text 296"/>
          <p:cNvSpPr/>
          <p:nvPr/>
        </p:nvSpPr>
        <p:spPr>
          <a:xfrm>
            <a:off x="4442450" y="3960000"/>
            <a:ext cx="33071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Retry rates, agent-loop overruns, context-length percentiles 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Early warning on failure modes.</a:t>
            </a:r>
          </a:p>
        </p:txBody>
      </p:sp>
      <p:sp>
        <p:nvSpPr>
          <p:cNvPr id="297" name="Shape 298"/>
          <p:cNvSpPr/>
          <p:nvPr/>
        </p:nvSpPr>
        <p:spPr>
          <a:xfrm>
            <a:off x="8161000" y="3400000"/>
            <a:ext cx="3650000" cy="155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299" name="Text 300"/>
          <p:cNvSpPr/>
          <p:nvPr/>
        </p:nvSpPr>
        <p:spPr>
          <a:xfrm>
            <a:off x="8332450" y="3571450"/>
            <a:ext cx="3307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58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SPEND VS BUDGET BY TEAM</a:t>
            </a:r>
          </a:p>
        </p:txBody>
      </p:sp>
      <p:sp>
        <p:nvSpPr>
          <p:cNvPr id="301" name="Text 302"/>
          <p:cNvSpPr/>
          <p:nvPr/>
        </p:nvSpPr>
        <p:spPr>
          <a:xfrm>
            <a:off x="8332450" y="3960000"/>
            <a:ext cx="33071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Metered spend per team against allocation</a:t>
            </a:r>
          </a:p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Accountability kills shadow usage.</a:t>
            </a:r>
          </a:p>
        </p:txBody>
      </p:sp>
      <p:sp>
        <p:nvSpPr>
          <p:cNvPr id="303" name="Shape 304"/>
          <p:cNvSpPr/>
          <p:nvPr/>
        </p:nvSpPr>
        <p:spPr>
          <a:xfrm>
            <a:off x="381000" y="5250000"/>
            <a:ext cx="11430000" cy="95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05" name="Bar 306"/>
          <p:cNvSpPr/>
          <p:nvPr/>
        </p:nvSpPr>
        <p:spPr>
          <a:xfrm>
            <a:off x="381000" y="5250000"/>
            <a:ext cx="38100" cy="95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Text 308"/>
          <p:cNvSpPr/>
          <p:nvPr/>
        </p:nvSpPr>
        <p:spPr>
          <a:xfrm>
            <a:off x="666750" y="539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THESE SEVEN</a:t>
            </a:r>
          </a:p>
        </p:txBody>
      </p:sp>
      <p:sp>
        <p:nvSpPr>
          <p:cNvPr id="309" name="Text 310"/>
          <p:cNvSpPr/>
          <p:nvPr/>
        </p:nvSpPr>
        <p:spPr>
          <a:xfrm>
            <a:off x="666750" y="5582145"/>
            <a:ext cx="10930000" cy="54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metric maps to a lever: caching, routing, batching, output control, guardrails, and accountability. If it is on the dashboard, someone owns it — and it moves.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TOKEN DASHBOARD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Seven numbers that keep token spend honest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312"/>
          <p:cNvSpPr/>
          <p:nvPr/>
        </p:nvSpPr>
        <p:spPr>
          <a:xfrm>
            <a:off x="381000" y="1560000"/>
            <a:ext cx="60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80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TOOL STACK — FOUR LAYERS</a:t>
            </a:r>
          </a:p>
        </p:txBody>
      </p:sp>
      <p:sp>
        <p:nvSpPr>
          <p:cNvPr id="313" name="Chip 314"/>
          <p:cNvSpPr/>
          <p:nvPr/>
        </p:nvSpPr>
        <p:spPr>
          <a:xfrm>
            <a:off x="381000" y="1882500"/>
            <a:ext cx="2500000" cy="82296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GATEWAY</a:t>
            </a:r>
          </a:p>
        </p:txBody>
      </p:sp>
      <p:sp>
        <p:nvSpPr>
          <p:cNvPr id="319" name="Chip 320"/>
          <p:cNvSpPr/>
          <p:nvPr/>
        </p:nvSpPr>
        <p:spPr>
          <a:xfrm>
            <a:off x="381000" y="2839326"/>
            <a:ext cx="2500000" cy="82296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ROUTER</a:t>
            </a:r>
          </a:p>
        </p:txBody>
      </p:sp>
      <p:sp>
        <p:nvSpPr>
          <p:cNvPr id="321" name="Text 322"/>
          <p:cNvSpPr/>
          <p:nvPr/>
        </p:nvSpPr>
        <p:spPr>
          <a:xfrm>
            <a:off x="3050000" y="2839326"/>
            <a:ext cx="45000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Choose the cheapest capable model; escalate on failure.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One key across hundreds of models.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E.</a:t>
            </a: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g. </a:t>
            </a:r>
            <a:r>
              <a:rPr lang="en-US" sz="11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OpenRouter</a:t>
            </a: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· Not Diamond · Martian</a:t>
            </a:r>
            <a:endParaRPr lang="en-US" sz="1200" kern="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325" name="Chip 326"/>
          <p:cNvSpPr/>
          <p:nvPr/>
        </p:nvSpPr>
        <p:spPr>
          <a:xfrm>
            <a:off x="381000" y="3756066"/>
            <a:ext cx="2500000" cy="82296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OBSERVABILITY &amp; EVALS</a:t>
            </a:r>
          </a:p>
        </p:txBody>
      </p:sp>
      <p:sp>
        <p:nvSpPr>
          <p:cNvPr id="327" name="Text 328"/>
          <p:cNvSpPr/>
          <p:nvPr/>
        </p:nvSpPr>
        <p:spPr>
          <a:xfrm>
            <a:off x="3050000" y="3756066"/>
            <a:ext cx="45000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Per-request cost attribution, tracing, prompt versioning, quality evals.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Make spend and quality visible.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E.g. </a:t>
            </a:r>
            <a:r>
              <a:rPr lang="en-US" sz="11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Helicone</a:t>
            </a: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11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Langfuse</a:t>
            </a: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· Braintrust</a:t>
            </a:r>
          </a:p>
        </p:txBody>
      </p:sp>
      <p:sp>
        <p:nvSpPr>
          <p:cNvPr id="331" name="Chip 332"/>
          <p:cNvSpPr/>
          <p:nvPr/>
        </p:nvSpPr>
        <p:spPr>
          <a:xfrm>
            <a:off x="381000" y="4688330"/>
            <a:ext cx="2500000" cy="82296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CACHING &amp; OPTIMISATION</a:t>
            </a:r>
          </a:p>
        </p:txBody>
      </p:sp>
      <p:sp>
        <p:nvSpPr>
          <p:cNvPr id="333" name="Text 334"/>
          <p:cNvSpPr/>
          <p:nvPr/>
        </p:nvSpPr>
        <p:spPr>
          <a:xfrm>
            <a:off x="3050000" y="4688330"/>
            <a:ext cx="45000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Semantic caching and context compression before tokens leave the building.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Do less work for the same answer.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E.g. </a:t>
            </a:r>
            <a:r>
              <a:rPr lang="en-US" sz="11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GPTCache</a:t>
            </a: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· provider prompt caches</a:t>
            </a:r>
          </a:p>
        </p:txBody>
      </p:sp>
      <p:sp>
        <p:nvSpPr>
          <p:cNvPr id="337" name="Text 338"/>
          <p:cNvSpPr/>
          <p:nvPr/>
        </p:nvSpPr>
        <p:spPr>
          <a:xfrm>
            <a:off x="7900000" y="1560000"/>
            <a:ext cx="39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80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OWNS WHAT</a:t>
            </a:r>
          </a:p>
        </p:txBody>
      </p:sp>
      <p:sp>
        <p:nvSpPr>
          <p:cNvPr id="339" name="Shape 340"/>
          <p:cNvSpPr/>
          <p:nvPr/>
        </p:nvSpPr>
        <p:spPr>
          <a:xfrm>
            <a:off x="7889000" y="1882500"/>
            <a:ext cx="3911000" cy="82296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41" name="Text 342"/>
          <p:cNvSpPr/>
          <p:nvPr/>
        </p:nvSpPr>
        <p:spPr>
          <a:xfrm>
            <a:off x="8071450" y="2000000"/>
            <a:ext cx="3000000" cy="2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 engineering</a:t>
            </a:r>
          </a:p>
        </p:txBody>
      </p:sp>
      <p:sp>
        <p:nvSpPr>
          <p:cNvPr id="343" name="Text 344"/>
          <p:cNvSpPr/>
          <p:nvPr/>
        </p:nvSpPr>
        <p:spPr>
          <a:xfrm>
            <a:off x="8071450" y="2320000"/>
            <a:ext cx="3568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Gateway, routing policy, model onboarding</a:t>
            </a:r>
          </a:p>
        </p:txBody>
      </p:sp>
      <p:sp>
        <p:nvSpPr>
          <p:cNvPr id="345" name="Text 346"/>
          <p:cNvSpPr/>
          <p:nvPr/>
        </p:nvSpPr>
        <p:spPr>
          <a:xfrm>
            <a:off x="10850000" y="2010000"/>
            <a:ext cx="9000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kern="0" spc="40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CONTINUOUS</a:t>
            </a:r>
          </a:p>
        </p:txBody>
      </p:sp>
      <p:sp>
        <p:nvSpPr>
          <p:cNvPr id="347" name="Shape 348"/>
          <p:cNvSpPr/>
          <p:nvPr/>
        </p:nvSpPr>
        <p:spPr>
          <a:xfrm>
            <a:off x="7889000" y="2839326"/>
            <a:ext cx="3911000" cy="82296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49" name="Text 350"/>
          <p:cNvSpPr/>
          <p:nvPr/>
        </p:nvSpPr>
        <p:spPr>
          <a:xfrm>
            <a:off x="8071450" y="2914652"/>
            <a:ext cx="3000000" cy="2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teams</a:t>
            </a:r>
          </a:p>
        </p:txBody>
      </p:sp>
      <p:sp>
        <p:nvSpPr>
          <p:cNvPr id="351" name="Text 352"/>
          <p:cNvSpPr/>
          <p:nvPr/>
        </p:nvSpPr>
        <p:spPr>
          <a:xfrm>
            <a:off x="8060450" y="3166191"/>
            <a:ext cx="3568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per resolved task, agent budgets</a:t>
            </a:r>
          </a:p>
        </p:txBody>
      </p:sp>
      <p:sp>
        <p:nvSpPr>
          <p:cNvPr id="353" name="Text 354"/>
          <p:cNvSpPr/>
          <p:nvPr/>
        </p:nvSpPr>
        <p:spPr>
          <a:xfrm>
            <a:off x="10850000" y="3010000"/>
            <a:ext cx="9000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kern="0" spc="40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 RELEASE</a:t>
            </a:r>
          </a:p>
        </p:txBody>
      </p:sp>
      <p:sp>
        <p:nvSpPr>
          <p:cNvPr id="355" name="Shape 356"/>
          <p:cNvSpPr/>
          <p:nvPr/>
        </p:nvSpPr>
        <p:spPr>
          <a:xfrm>
            <a:off x="7889000" y="3756066"/>
            <a:ext cx="3911000" cy="82296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57" name="Text 358"/>
          <p:cNvSpPr/>
          <p:nvPr/>
        </p:nvSpPr>
        <p:spPr>
          <a:xfrm>
            <a:off x="8071450" y="3796797"/>
            <a:ext cx="3000000" cy="2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Finance / FinOps</a:t>
            </a:r>
          </a:p>
        </p:txBody>
      </p:sp>
      <p:sp>
        <p:nvSpPr>
          <p:cNvPr id="359" name="Text 360"/>
          <p:cNvSpPr/>
          <p:nvPr/>
        </p:nvSpPr>
        <p:spPr>
          <a:xfrm>
            <a:off x="8071450" y="4116797"/>
            <a:ext cx="3568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Budgets, showback, anomaly alerts</a:t>
            </a:r>
          </a:p>
        </p:txBody>
      </p:sp>
      <p:sp>
        <p:nvSpPr>
          <p:cNvPr id="361" name="Text 362"/>
          <p:cNvSpPr/>
          <p:nvPr/>
        </p:nvSpPr>
        <p:spPr>
          <a:xfrm>
            <a:off x="10850000" y="3806797"/>
            <a:ext cx="9000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kern="0" spc="40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</a:t>
            </a:r>
          </a:p>
        </p:txBody>
      </p:sp>
      <p:sp>
        <p:nvSpPr>
          <p:cNvPr id="363" name="Shape 364"/>
          <p:cNvSpPr/>
          <p:nvPr/>
        </p:nvSpPr>
        <p:spPr>
          <a:xfrm>
            <a:off x="7889000" y="4688330"/>
            <a:ext cx="3911000" cy="82296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65" name="Text 366"/>
          <p:cNvSpPr/>
          <p:nvPr/>
        </p:nvSpPr>
        <p:spPr>
          <a:xfrm>
            <a:off x="8071450" y="4796797"/>
            <a:ext cx="3000000" cy="2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board</a:t>
            </a:r>
          </a:p>
        </p:txBody>
      </p:sp>
      <p:sp>
        <p:nvSpPr>
          <p:cNvPr id="367" name="Text 368"/>
          <p:cNvSpPr/>
          <p:nvPr/>
        </p:nvSpPr>
        <p:spPr>
          <a:xfrm>
            <a:off x="8071450" y="5116797"/>
            <a:ext cx="35681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Portfolio refresh, host-vs-API decisions</a:t>
            </a:r>
          </a:p>
        </p:txBody>
      </p:sp>
      <p:sp>
        <p:nvSpPr>
          <p:cNvPr id="369" name="Text 370"/>
          <p:cNvSpPr/>
          <p:nvPr/>
        </p:nvSpPr>
        <p:spPr>
          <a:xfrm>
            <a:off x="10850000" y="4806797"/>
            <a:ext cx="900000" cy="2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kern="0" spc="40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QUARTERLY</a:t>
            </a:r>
          </a:p>
        </p:txBody>
      </p:sp>
      <p:sp>
        <p:nvSpPr>
          <p:cNvPr id="371" name="Shape 372"/>
          <p:cNvSpPr/>
          <p:nvPr/>
        </p:nvSpPr>
        <p:spPr>
          <a:xfrm>
            <a:off x="381000" y="5780000"/>
            <a:ext cx="11430000" cy="6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73" name="Bar 374"/>
          <p:cNvSpPr/>
          <p:nvPr/>
        </p:nvSpPr>
        <p:spPr>
          <a:xfrm>
            <a:off x="381000" y="5780000"/>
            <a:ext cx="38100" cy="6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5" name="Text 376"/>
          <p:cNvSpPr/>
          <p:nvPr/>
        </p:nvSpPr>
        <p:spPr>
          <a:xfrm>
            <a:off x="650050" y="5844166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CADENCE</a:t>
            </a:r>
          </a:p>
        </p:txBody>
      </p:sp>
      <p:sp>
        <p:nvSpPr>
          <p:cNvPr id="377" name="Text 378"/>
          <p:cNvSpPr/>
          <p:nvPr/>
        </p:nvSpPr>
        <p:spPr>
          <a:xfrm>
            <a:off x="650050" y="6044191"/>
            <a:ext cx="10930000" cy="2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At rapid price deflation, </a:t>
            </a:r>
            <a:r>
              <a:rPr lang="en-US" sz="1400" b="1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annual review guarantees overpayment </a:t>
            </a: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; hence the clock speed is quarterly.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OPERATING MODEL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Buy the plumbing, own the policy</a:t>
            </a:r>
          </a:p>
        </p:txBody>
      </p:sp>
      <p:sp>
        <p:nvSpPr>
          <p:cNvPr id="3" name="Text 316">
            <a:extLst>
              <a:ext uri="{FF2B5EF4-FFF2-40B4-BE49-F238E27FC236}">
                <a16:creationId xmlns:a16="http://schemas.microsoft.com/office/drawing/2014/main" id="{E01A471B-BD14-68CC-982A-AD35469B7C10}"/>
              </a:ext>
            </a:extLst>
          </p:cNvPr>
          <p:cNvSpPr/>
          <p:nvPr/>
        </p:nvSpPr>
        <p:spPr>
          <a:xfrm>
            <a:off x="3050000" y="1882500"/>
            <a:ext cx="467855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Metering, routing, caching, budgets, guardrails, audit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The enforcement point.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E.g. </a:t>
            </a:r>
            <a:r>
              <a:rPr lang="en-US" sz="11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LiteLLM</a:t>
            </a:r>
            <a:r>
              <a:rPr lang="en-US" sz="11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· Portkey (Apache-2.0) · Kong · Cloudflare · </a:t>
            </a:r>
            <a:r>
              <a:rPr lang="en-US" sz="11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TrueFoundry</a:t>
            </a:r>
            <a:endParaRPr lang="en-US" sz="1100" kern="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B9B92A-B660-997B-5AFC-08C213BB02A6}"/>
              </a:ext>
            </a:extLst>
          </p:cNvPr>
          <p:cNvCxnSpPr/>
          <p:nvPr/>
        </p:nvCxnSpPr>
        <p:spPr>
          <a:xfrm>
            <a:off x="369359" y="2766132"/>
            <a:ext cx="7427384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313CFF-3B67-D299-19BF-BC80DE9B0858}"/>
              </a:ext>
            </a:extLst>
          </p:cNvPr>
          <p:cNvCxnSpPr/>
          <p:nvPr/>
        </p:nvCxnSpPr>
        <p:spPr>
          <a:xfrm>
            <a:off x="284692" y="3697468"/>
            <a:ext cx="7427384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1C19B9-62B3-3C24-DBC5-752BDA71B03C}"/>
              </a:ext>
            </a:extLst>
          </p:cNvPr>
          <p:cNvCxnSpPr/>
          <p:nvPr/>
        </p:nvCxnSpPr>
        <p:spPr>
          <a:xfrm>
            <a:off x="343960" y="4637272"/>
            <a:ext cx="7427384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FFFFF">
                    <a:alpha val="22000"/>
                  </a:srgbClr>
                </a:solidFill>
                <a:latin typeface="Manrope ExtraBold" pitchFamily="2" charset="0"/>
                <a:ea typeface="Manrope" pitchFamily="34" charset="-122"/>
                <a:cs typeface="Manrope" pitchFamily="34" charset="-120"/>
              </a:rPr>
              <a:t>08</a:t>
            </a:r>
            <a:endParaRPr lang="en-US" sz="9000" dirty="0">
              <a:latin typeface="Manrope Extra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FORWARD OUTLOOK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The forces repricing intelligence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43CA1CB-B719-E7E8-35F7-14B183B3B5E4}"/>
              </a:ext>
            </a:extLst>
          </p:cNvPr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hip 380"/>
          <p:cNvSpPr/>
          <p:nvPr/>
        </p:nvSpPr>
        <p:spPr>
          <a:xfrm>
            <a:off x="381000" y="1485996"/>
            <a:ext cx="2500000" cy="73152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SILICON</a:t>
            </a:r>
          </a:p>
        </p:txBody>
      </p:sp>
      <p:sp>
        <p:nvSpPr>
          <p:cNvPr id="381" name="Text 382"/>
          <p:cNvSpPr/>
          <p:nvPr/>
        </p:nvSpPr>
        <p:spPr>
          <a:xfrm>
            <a:off x="3050000" y="1485996"/>
            <a:ext cx="8760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Rubin-class GPUs target up to 10x lower inference token cost vs. Blackwell.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ASIC-based AI servers are projected at 27.8% of shipments in 2026 and nearly 40% by 2030.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Wafer-scale and LPU architectures are carving out the ultra-low-latency inference segment</a:t>
            </a:r>
          </a:p>
        </p:txBody>
      </p:sp>
      <p:sp>
        <p:nvSpPr>
          <p:cNvPr id="383" name="Chip 384"/>
          <p:cNvSpPr/>
          <p:nvPr/>
        </p:nvSpPr>
        <p:spPr>
          <a:xfrm>
            <a:off x="381000" y="2315996"/>
            <a:ext cx="2500000" cy="73152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MEMORY</a:t>
            </a:r>
          </a:p>
        </p:txBody>
      </p:sp>
      <p:sp>
        <p:nvSpPr>
          <p:cNvPr id="385" name="Text 386"/>
          <p:cNvSpPr/>
          <p:nvPr/>
        </p:nvSpPr>
        <p:spPr>
          <a:xfrm>
            <a:off x="3050000" y="2315996"/>
            <a:ext cx="8760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HBM supply is still effectively a three-supplier market: SK </a:t>
            </a:r>
            <a:r>
              <a:rPr lang="en-US" sz="12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hynix</a:t>
            </a: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, Samsung, and Micron</a:t>
            </a:r>
            <a:endParaRPr lang="en-US" sz="1200" b="1" kern="0" dirty="0"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HBM4’s 2048-pin bus and &gt;2.8 TB/s per stack attack the decode bottleneck;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HBM3E prices were reported to rise by nearly 20% in 2026; by 2030, continued supply tightness, not a fixed price multiple.</a:t>
            </a:r>
          </a:p>
        </p:txBody>
      </p:sp>
      <p:sp>
        <p:nvSpPr>
          <p:cNvPr id="387" name="Chip 388"/>
          <p:cNvSpPr/>
          <p:nvPr/>
        </p:nvSpPr>
        <p:spPr>
          <a:xfrm>
            <a:off x="381000" y="3145996"/>
            <a:ext cx="2500000" cy="73152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CO-DESIGN</a:t>
            </a:r>
          </a:p>
        </p:txBody>
      </p:sp>
      <p:sp>
        <p:nvSpPr>
          <p:cNvPr id="389" name="Text 390"/>
          <p:cNvSpPr/>
          <p:nvPr/>
        </p:nvSpPr>
        <p:spPr>
          <a:xfrm>
            <a:off x="3050000" y="3145996"/>
            <a:ext cx="8760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</a:rPr>
              <a:t>FP4-native inference, </a:t>
            </a:r>
            <a:r>
              <a:rPr lang="en-US" sz="1200" kern="0" dirty="0" err="1">
                <a:latin typeface="Manrope" pitchFamily="34" charset="0"/>
              </a:rPr>
              <a:t>MoE</a:t>
            </a:r>
            <a:r>
              <a:rPr lang="en-US" sz="1200" kern="0" dirty="0">
                <a:latin typeface="Manrope" pitchFamily="34" charset="0"/>
              </a:rPr>
              <a:t>-aware systems, and speculative decoding keep inference-cost deflation going.</a:t>
            </a:r>
          </a:p>
        </p:txBody>
      </p:sp>
      <p:sp>
        <p:nvSpPr>
          <p:cNvPr id="391" name="Chip 392"/>
          <p:cNvSpPr/>
          <p:nvPr/>
        </p:nvSpPr>
        <p:spPr>
          <a:xfrm>
            <a:off x="381000" y="3985996"/>
            <a:ext cx="2500000" cy="73152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ENERGY &amp; SITING</a:t>
            </a:r>
          </a:p>
        </p:txBody>
      </p:sp>
      <p:sp>
        <p:nvSpPr>
          <p:cNvPr id="393" name="Text 394"/>
          <p:cNvSpPr/>
          <p:nvPr/>
        </p:nvSpPr>
        <p:spPr>
          <a:xfrm>
            <a:off x="3050000" y="3965996"/>
            <a:ext cx="8760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Nuclear PPAs becoming the near-term anchor for AI power procurement; SMRs are a 2030s option, not yet the cost floor; 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Orbital data </a:t>
            </a:r>
            <a:r>
              <a:rPr lang="en-US" sz="12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centres</a:t>
            </a: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remain speculative, though </a:t>
            </a:r>
            <a:r>
              <a:rPr lang="en-US" sz="1200" kern="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Starcloud</a:t>
            </a: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has flown an H100-equipped test satellite and Google’s Project Suncatcher plans prototype satellites by early 2027.</a:t>
            </a:r>
          </a:p>
        </p:txBody>
      </p:sp>
      <p:sp>
        <p:nvSpPr>
          <p:cNvPr id="395" name="Chip 396"/>
          <p:cNvSpPr/>
          <p:nvPr/>
        </p:nvSpPr>
        <p:spPr>
          <a:xfrm>
            <a:off x="381000" y="4815996"/>
            <a:ext cx="2500000" cy="731520"/>
          </a:xfrm>
          <a:prstGeom prst="roundRect">
            <a:avLst>
              <a:gd name="adj" fmla="val 12000"/>
            </a:avLst>
          </a:prstGeom>
          <a:solidFill>
            <a:srgbClr val="1268B3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SMALL &amp; OPEN MODELS</a:t>
            </a:r>
          </a:p>
        </p:txBody>
      </p:sp>
      <p:sp>
        <p:nvSpPr>
          <p:cNvPr id="397" name="Text 398"/>
          <p:cNvSpPr/>
          <p:nvPr/>
        </p:nvSpPr>
        <p:spPr>
          <a:xfrm>
            <a:off x="3050000" y="4795996"/>
            <a:ext cx="8760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Task-specific SLMs are expected to be used at least 3x more than general-purpose LLMs by 2027 (Gartner)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- routine high-frequency tasks should move to them</a:t>
            </a: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Open weights keep pressure on matched tiers once a capability is commoditized.</a:t>
            </a:r>
          </a:p>
        </p:txBody>
      </p:sp>
      <p:sp>
        <p:nvSpPr>
          <p:cNvPr id="399" name="Shape 400"/>
          <p:cNvSpPr/>
          <p:nvPr/>
        </p:nvSpPr>
        <p:spPr>
          <a:xfrm>
            <a:off x="381000" y="5645995"/>
            <a:ext cx="11430000" cy="812477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01" name="Bar 402"/>
          <p:cNvSpPr/>
          <p:nvPr/>
        </p:nvSpPr>
        <p:spPr>
          <a:xfrm>
            <a:off x="381000" y="5641177"/>
            <a:ext cx="38100" cy="8198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Text 404"/>
          <p:cNvSpPr/>
          <p:nvPr/>
        </p:nvSpPr>
        <p:spPr>
          <a:xfrm>
            <a:off x="595250" y="5712672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 EFFECT</a:t>
            </a:r>
          </a:p>
        </p:txBody>
      </p:sp>
      <p:sp>
        <p:nvSpPr>
          <p:cNvPr id="405" name="Text 406"/>
          <p:cNvSpPr/>
          <p:nvPr/>
        </p:nvSpPr>
        <p:spPr>
          <a:xfrm>
            <a:off x="595250" y="5912697"/>
            <a:ext cx="10930000" cy="466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2030, inference on a 1T-parameter LLM is expected to </a:t>
            </a:r>
            <a:r>
              <a:rPr lang="en-US" sz="12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GenAI providers over 90% less than in 2025</a:t>
            </a: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but the bottlenecks shift to </a:t>
            </a:r>
            <a:r>
              <a:rPr lang="en-US" sz="12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memory supply, power, and routing discipline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SUPPLY-SIDE TRENDS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The cost floor keeps falling — but its inputs get scarce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2D299C-05F3-A95C-974C-8F6D8CDC88EA}"/>
              </a:ext>
            </a:extLst>
          </p:cNvPr>
          <p:cNvCxnSpPr/>
          <p:nvPr/>
        </p:nvCxnSpPr>
        <p:spPr>
          <a:xfrm>
            <a:off x="368760" y="2275245"/>
            <a:ext cx="10874432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2420D9-20DF-7FB4-E22E-CD549DDD6C9B}"/>
              </a:ext>
            </a:extLst>
          </p:cNvPr>
          <p:cNvCxnSpPr/>
          <p:nvPr/>
        </p:nvCxnSpPr>
        <p:spPr>
          <a:xfrm>
            <a:off x="338279" y="3101412"/>
            <a:ext cx="10874432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0BF991-930D-7691-8B17-0043F300A5A7}"/>
              </a:ext>
            </a:extLst>
          </p:cNvPr>
          <p:cNvCxnSpPr/>
          <p:nvPr/>
        </p:nvCxnSpPr>
        <p:spPr>
          <a:xfrm>
            <a:off x="355925" y="3927579"/>
            <a:ext cx="10874432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7B51A1-E6E2-A56D-4A96-EB505E774DCA}"/>
              </a:ext>
            </a:extLst>
          </p:cNvPr>
          <p:cNvCxnSpPr/>
          <p:nvPr/>
        </p:nvCxnSpPr>
        <p:spPr>
          <a:xfrm>
            <a:off x="325444" y="4763374"/>
            <a:ext cx="10874432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Pic 980"/>
          <p:cNvPicPr/>
          <p:nvPr/>
        </p:nvPicPr>
        <p:blipFill>
          <a:blip r:embed="rId3"/>
          <a:stretch>
            <a:fillRect/>
          </a:stretch>
        </p:blipFill>
        <p:spPr>
          <a:xfrm>
            <a:off x="381000" y="1308848"/>
            <a:ext cx="8697550" cy="4081178"/>
          </a:xfrm>
          <a:prstGeom prst="rect">
            <a:avLst/>
          </a:prstGeom>
        </p:spPr>
      </p:pic>
      <p:sp>
        <p:nvSpPr>
          <p:cNvPr id="101" name="Shape 102"/>
          <p:cNvSpPr/>
          <p:nvPr/>
        </p:nvSpPr>
        <p:spPr>
          <a:xfrm>
            <a:off x="9250000" y="1520000"/>
            <a:ext cx="2560000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03" name="Text 104"/>
          <p:cNvSpPr/>
          <p:nvPr/>
        </p:nvSpPr>
        <p:spPr>
          <a:xfrm>
            <a:off x="9421450" y="169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PRICE, CONSTANT CAPABILITY</a:t>
            </a:r>
          </a:p>
        </p:txBody>
      </p:sp>
      <p:sp>
        <p:nvSpPr>
          <p:cNvPr id="105" name="Text 106"/>
          <p:cNvSpPr/>
          <p:nvPr/>
        </p:nvSpPr>
        <p:spPr>
          <a:xfrm>
            <a:off x="9421450" y="1930000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÷35</a:t>
            </a:r>
          </a:p>
        </p:txBody>
      </p:sp>
      <p:sp>
        <p:nvSpPr>
          <p:cNvPr id="107" name="Text 108"/>
          <p:cNvSpPr/>
          <p:nvPr/>
        </p:nvSpPr>
        <p:spPr>
          <a:xfrm>
            <a:off x="9421450" y="2400000"/>
            <a:ext cx="221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 97% cheaper by 2030</a:t>
            </a:r>
          </a:p>
        </p:txBody>
      </p:sp>
      <p:sp>
        <p:nvSpPr>
          <p:cNvPr id="109" name="Shape 110"/>
          <p:cNvSpPr/>
          <p:nvPr/>
        </p:nvSpPr>
        <p:spPr>
          <a:xfrm>
            <a:off x="9250000" y="2800000"/>
            <a:ext cx="2560000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11" name="Text 112"/>
          <p:cNvSpPr/>
          <p:nvPr/>
        </p:nvSpPr>
        <p:spPr>
          <a:xfrm>
            <a:off x="9421450" y="297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SILICON + NUMERICS</a:t>
            </a:r>
          </a:p>
        </p:txBody>
      </p:sp>
      <p:sp>
        <p:nvSpPr>
          <p:cNvPr id="113" name="Text 114"/>
          <p:cNvSpPr/>
          <p:nvPr/>
        </p:nvSpPr>
        <p:spPr>
          <a:xfrm>
            <a:off x="9421450" y="3210000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42%</a:t>
            </a:r>
          </a:p>
        </p:txBody>
      </p:sp>
      <p:sp>
        <p:nvSpPr>
          <p:cNvPr id="115" name="Text 116"/>
          <p:cNvSpPr/>
          <p:nvPr/>
        </p:nvSpPr>
        <p:spPr>
          <a:xfrm>
            <a:off x="9421450" y="3680000"/>
            <a:ext cx="221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the total decline</a:t>
            </a:r>
          </a:p>
        </p:txBody>
      </p:sp>
      <p:sp>
        <p:nvSpPr>
          <p:cNvPr id="117" name="Shape 118"/>
          <p:cNvSpPr/>
          <p:nvPr/>
        </p:nvSpPr>
        <p:spPr>
          <a:xfrm>
            <a:off x="9250000" y="4080000"/>
            <a:ext cx="2560000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19" name="Text 120"/>
          <p:cNvSpPr/>
          <p:nvPr/>
        </p:nvSpPr>
        <p:spPr>
          <a:xfrm>
            <a:off x="9421450" y="425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+ SOFTWARE</a:t>
            </a:r>
          </a:p>
        </p:txBody>
      </p:sp>
      <p:sp>
        <p:nvSpPr>
          <p:cNvPr id="121" name="Text 122"/>
          <p:cNvSpPr/>
          <p:nvPr/>
        </p:nvSpPr>
        <p:spPr>
          <a:xfrm>
            <a:off x="9421450" y="4490000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42%</a:t>
            </a:r>
          </a:p>
        </p:txBody>
      </p:sp>
      <p:sp>
        <p:nvSpPr>
          <p:cNvPr id="123" name="Text 124"/>
          <p:cNvSpPr/>
          <p:nvPr/>
        </p:nvSpPr>
        <p:spPr>
          <a:xfrm>
            <a:off x="9421450" y="4960000"/>
            <a:ext cx="221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chips — model design</a:t>
            </a:r>
          </a:p>
        </p:txBody>
      </p:sp>
      <p:sp>
        <p:nvSpPr>
          <p:cNvPr id="125" name="Shape 126"/>
          <p:cNvSpPr/>
          <p:nvPr/>
        </p:nvSpPr>
        <p:spPr>
          <a:xfrm>
            <a:off x="381000" y="5450000"/>
            <a:ext cx="11430000" cy="9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27" name="Bar 128"/>
          <p:cNvSpPr/>
          <p:nvPr/>
        </p:nvSpPr>
        <p:spPr>
          <a:xfrm>
            <a:off x="381000" y="5450000"/>
            <a:ext cx="38100" cy="9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30"/>
          <p:cNvSpPr/>
          <p:nvPr/>
        </p:nvSpPr>
        <p:spPr>
          <a:xfrm>
            <a:off x="666750" y="559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HEADLINE FINDING</a:t>
            </a:r>
          </a:p>
        </p:txBody>
      </p:sp>
      <p:sp>
        <p:nvSpPr>
          <p:cNvPr id="131" name="Text 132"/>
          <p:cNvSpPr/>
          <p:nvPr/>
        </p:nvSpPr>
        <p:spPr>
          <a:xfrm>
            <a:off x="666750" y="5850000"/>
            <a:ext cx="109300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Half the coming price fall is software and model design</a:t>
            </a: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silicon. Energy contributes under 3% — it constrains where capacity is built, not what a token costs.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QUANTIFYING THE SUPPLY SIDE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What makes a token 35× cheaper by 2030 — force by force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Chip 408"/>
          <p:cNvSpPr/>
          <p:nvPr/>
        </p:nvSpPr>
        <p:spPr>
          <a:xfrm>
            <a:off x="381000" y="1640000"/>
            <a:ext cx="2500000" cy="91440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AGENTIC ADOPTION</a:t>
            </a:r>
          </a:p>
        </p:txBody>
      </p:sp>
      <p:sp>
        <p:nvSpPr>
          <p:cNvPr id="409" name="Text 410"/>
          <p:cNvSpPr/>
          <p:nvPr/>
        </p:nvSpPr>
        <p:spPr>
          <a:xfrm>
            <a:off x="3050000" y="1640000"/>
            <a:ext cx="6035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Token consumption  to rise 24x by 2030 to about 120 quadrillion tokens/month; </a:t>
            </a:r>
          </a:p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Agentic models can require 5–30x more tokens per task.</a:t>
            </a:r>
          </a:p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Machine-to-machine traffic dominates — latency-tolerant, so volume shifts into batch lanes and cost-per-task replaces cost-per-token</a:t>
            </a:r>
          </a:p>
        </p:txBody>
      </p:sp>
      <p:sp>
        <p:nvSpPr>
          <p:cNvPr id="411" name="Chip 412"/>
          <p:cNvSpPr/>
          <p:nvPr/>
        </p:nvSpPr>
        <p:spPr>
          <a:xfrm>
            <a:off x="381000" y="2710000"/>
            <a:ext cx="2500000" cy="91440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SOVEREIGNTY &amp; RULES</a:t>
            </a:r>
          </a:p>
        </p:txBody>
      </p:sp>
      <p:sp>
        <p:nvSpPr>
          <p:cNvPr id="413" name="Text 414"/>
          <p:cNvSpPr/>
          <p:nvPr/>
        </p:nvSpPr>
        <p:spPr>
          <a:xfrm>
            <a:off x="3050000" y="2710000"/>
            <a:ext cx="6035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Europe sovereign cloud IaaS spending to rise from $6.9B to $12.6B in 2026; the EU AI Act can fine prohibited practices up to €35m or 7% of global turnover</a:t>
            </a:r>
          </a:p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Open weights are the natural substrate.</a:t>
            </a:r>
          </a:p>
        </p:txBody>
      </p:sp>
      <p:sp>
        <p:nvSpPr>
          <p:cNvPr id="415" name="Chip 416"/>
          <p:cNvSpPr/>
          <p:nvPr/>
        </p:nvSpPr>
        <p:spPr>
          <a:xfrm>
            <a:off x="381000" y="3780000"/>
            <a:ext cx="2500000" cy="91440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BUYER MATURITY</a:t>
            </a:r>
          </a:p>
        </p:txBody>
      </p:sp>
      <p:sp>
        <p:nvSpPr>
          <p:cNvPr id="417" name="Text 418"/>
          <p:cNvSpPr/>
          <p:nvPr/>
        </p:nvSpPr>
        <p:spPr>
          <a:xfrm>
            <a:off x="3050000" y="3780000"/>
            <a:ext cx="6035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Committed-use contracts, multi-vendor portfolios behind routing layers, </a:t>
            </a:r>
          </a:p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open-weight price anchors in every negotiation</a:t>
            </a:r>
          </a:p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AI cost management is FinOps' top 2026 priority.</a:t>
            </a:r>
          </a:p>
        </p:txBody>
      </p:sp>
      <p:sp>
        <p:nvSpPr>
          <p:cNvPr id="419" name="Chip 420"/>
          <p:cNvSpPr/>
          <p:nvPr/>
        </p:nvSpPr>
        <p:spPr>
          <a:xfrm>
            <a:off x="381000" y="4850000"/>
            <a:ext cx="2500000" cy="91440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GEOPOLITICS</a:t>
            </a:r>
          </a:p>
        </p:txBody>
      </p:sp>
      <p:sp>
        <p:nvSpPr>
          <p:cNvPr id="421" name="Text 422"/>
          <p:cNvSpPr/>
          <p:nvPr/>
        </p:nvSpPr>
        <p:spPr>
          <a:xfrm>
            <a:off x="3050000" y="4850000"/>
            <a:ext cx="60350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Export controls and sovereignty rules partition advanced silicon access by region </a:t>
            </a:r>
          </a:p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Chinese open-weight labs create a global low-price anchor</a:t>
            </a:r>
          </a:p>
          <a:p>
            <a:pPr marL="171450" indent="-171450" algn="l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2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plausible end state is regionally divergent effective token prices that portfolio buyers can arbitrage</a:t>
            </a:r>
          </a:p>
        </p:txBody>
      </p:sp>
      <p:sp>
        <p:nvSpPr>
          <p:cNvPr id="423" name="Shape 424"/>
          <p:cNvSpPr/>
          <p:nvPr/>
        </p:nvSpPr>
        <p:spPr>
          <a:xfrm>
            <a:off x="9150000" y="1650000"/>
            <a:ext cx="2661000" cy="124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425" name="Text 426"/>
          <p:cNvSpPr/>
          <p:nvPr/>
        </p:nvSpPr>
        <p:spPr>
          <a:xfrm>
            <a:off x="9321450" y="1800000"/>
            <a:ext cx="23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SOVEREIGN CLOUD SPEND</a:t>
            </a:r>
          </a:p>
        </p:txBody>
      </p:sp>
      <p:sp>
        <p:nvSpPr>
          <p:cNvPr id="427" name="Text 428"/>
          <p:cNvSpPr/>
          <p:nvPr/>
        </p:nvSpPr>
        <p:spPr>
          <a:xfrm>
            <a:off x="9321450" y="2030000"/>
            <a:ext cx="2318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$7B→$12B+</a:t>
            </a:r>
          </a:p>
        </p:txBody>
      </p:sp>
      <p:sp>
        <p:nvSpPr>
          <p:cNvPr id="429" name="Text 430"/>
          <p:cNvSpPr/>
          <p:nvPr/>
        </p:nvSpPr>
        <p:spPr>
          <a:xfrm>
            <a:off x="9321450" y="2500000"/>
            <a:ext cx="2318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Europe, 2025 → 2026 (Gartner)</a:t>
            </a:r>
          </a:p>
        </p:txBody>
      </p:sp>
      <p:sp>
        <p:nvSpPr>
          <p:cNvPr id="431" name="Shape 432"/>
          <p:cNvSpPr/>
          <p:nvPr/>
        </p:nvSpPr>
        <p:spPr>
          <a:xfrm>
            <a:off x="9150000" y="3070000"/>
            <a:ext cx="2661000" cy="124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433" name="Text 434"/>
          <p:cNvSpPr/>
          <p:nvPr/>
        </p:nvSpPr>
        <p:spPr>
          <a:xfrm>
            <a:off x="9321450" y="3220000"/>
            <a:ext cx="23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ACT PENALTIES</a:t>
            </a:r>
          </a:p>
        </p:txBody>
      </p:sp>
      <p:sp>
        <p:nvSpPr>
          <p:cNvPr id="435" name="Text 436"/>
          <p:cNvSpPr/>
          <p:nvPr/>
        </p:nvSpPr>
        <p:spPr>
          <a:xfrm>
            <a:off x="9321450" y="3450000"/>
            <a:ext cx="2318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7%</a:t>
            </a:r>
          </a:p>
        </p:txBody>
      </p:sp>
      <p:sp>
        <p:nvSpPr>
          <p:cNvPr id="437" name="Text 438"/>
          <p:cNvSpPr/>
          <p:nvPr/>
        </p:nvSpPr>
        <p:spPr>
          <a:xfrm>
            <a:off x="9321450" y="3920000"/>
            <a:ext cx="2318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global turnover, max</a:t>
            </a:r>
          </a:p>
        </p:txBody>
      </p:sp>
      <p:sp>
        <p:nvSpPr>
          <p:cNvPr id="439" name="Shape 440"/>
          <p:cNvSpPr/>
          <p:nvPr/>
        </p:nvSpPr>
        <p:spPr>
          <a:xfrm>
            <a:off x="9150000" y="4490000"/>
            <a:ext cx="2661000" cy="124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441" name="Text 442"/>
          <p:cNvSpPr/>
          <p:nvPr/>
        </p:nvSpPr>
        <p:spPr>
          <a:xfrm>
            <a:off x="9321450" y="4640000"/>
            <a:ext cx="23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TOKENS BY 2030</a:t>
            </a:r>
          </a:p>
        </p:txBody>
      </p:sp>
      <p:sp>
        <p:nvSpPr>
          <p:cNvPr id="443" name="Text 444"/>
          <p:cNvSpPr/>
          <p:nvPr/>
        </p:nvSpPr>
        <p:spPr>
          <a:xfrm>
            <a:off x="9321450" y="4870000"/>
            <a:ext cx="2318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24×</a:t>
            </a:r>
          </a:p>
        </p:txBody>
      </p:sp>
      <p:sp>
        <p:nvSpPr>
          <p:cNvPr id="445" name="Text 446"/>
          <p:cNvSpPr/>
          <p:nvPr/>
        </p:nvSpPr>
        <p:spPr>
          <a:xfrm>
            <a:off x="9321450" y="5340000"/>
            <a:ext cx="2318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E999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agentic consumption multiplier</a:t>
            </a:r>
          </a:p>
        </p:txBody>
      </p:sp>
      <p:sp>
        <p:nvSpPr>
          <p:cNvPr id="447" name="Shape 448"/>
          <p:cNvSpPr/>
          <p:nvPr/>
        </p:nvSpPr>
        <p:spPr>
          <a:xfrm>
            <a:off x="381000" y="5850000"/>
            <a:ext cx="11430000" cy="52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49" name="Bar 450"/>
          <p:cNvSpPr/>
          <p:nvPr/>
        </p:nvSpPr>
        <p:spPr>
          <a:xfrm>
            <a:off x="381000" y="5850000"/>
            <a:ext cx="38100" cy="52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1" name="Text 452"/>
          <p:cNvSpPr/>
          <p:nvPr/>
        </p:nvSpPr>
        <p:spPr>
          <a:xfrm>
            <a:off x="595250" y="5904125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 EFFECT</a:t>
            </a:r>
          </a:p>
        </p:txBody>
      </p:sp>
      <p:sp>
        <p:nvSpPr>
          <p:cNvPr id="453" name="Text 454"/>
          <p:cNvSpPr/>
          <p:nvPr/>
        </p:nvSpPr>
        <p:spPr>
          <a:xfrm>
            <a:off x="595250" y="6037815"/>
            <a:ext cx="10930000" cy="272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Unit prices fall while total spend rises — </a:t>
            </a:r>
            <a:r>
              <a:rPr lang="en-US" sz="1400" b="1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manage cost per business outcome</a:t>
            </a: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, not total spend.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DEMAND-SIDE TRENDS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sz="2800" dirty="0"/>
              <a:t>Consumption explodes; sovereignty becomes a procurement rule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F2AD506-C998-7B75-03FA-7E2C384BFCD7}"/>
              </a:ext>
            </a:extLst>
          </p:cNvPr>
          <p:cNvCxnSpPr/>
          <p:nvPr/>
        </p:nvCxnSpPr>
        <p:spPr>
          <a:xfrm>
            <a:off x="344499" y="2621756"/>
            <a:ext cx="8686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174DBB-E5D3-F02C-19FB-D0DF5E4A12E4}"/>
              </a:ext>
            </a:extLst>
          </p:cNvPr>
          <p:cNvCxnSpPr/>
          <p:nvPr/>
        </p:nvCxnSpPr>
        <p:spPr>
          <a:xfrm>
            <a:off x="265891" y="3707809"/>
            <a:ext cx="8686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5A0A8C-9EA8-7C4E-5B42-04D926D6675F}"/>
              </a:ext>
            </a:extLst>
          </p:cNvPr>
          <p:cNvCxnSpPr/>
          <p:nvPr/>
        </p:nvCxnSpPr>
        <p:spPr>
          <a:xfrm>
            <a:off x="341289" y="4774610"/>
            <a:ext cx="86868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4"/>
          <p:cNvSpPr/>
          <p:nvPr/>
        </p:nvSpPr>
        <p:spPr>
          <a:xfrm>
            <a:off x="9250000" y="1520000"/>
            <a:ext cx="2560000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35" name="Text 136"/>
          <p:cNvSpPr/>
          <p:nvPr/>
        </p:nvSpPr>
        <p:spPr>
          <a:xfrm>
            <a:off x="9421450" y="169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58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GROSS DEMAND GROWTH</a:t>
            </a:r>
          </a:p>
        </p:txBody>
      </p:sp>
      <p:sp>
        <p:nvSpPr>
          <p:cNvPr id="137" name="Text 138"/>
          <p:cNvSpPr/>
          <p:nvPr/>
        </p:nvSpPr>
        <p:spPr>
          <a:xfrm>
            <a:off x="9421450" y="1930000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r>
              <a:rPr lang="en-US" sz="3200" b="1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34.5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139" name="Text 140"/>
          <p:cNvSpPr/>
          <p:nvPr/>
        </p:nvSpPr>
        <p:spPr>
          <a:xfrm>
            <a:off x="9421450" y="2400000"/>
            <a:ext cx="221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9990B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before optimisation</a:t>
            </a:r>
          </a:p>
        </p:txBody>
      </p:sp>
      <p:sp>
        <p:nvSpPr>
          <p:cNvPr id="141" name="Shape 142"/>
          <p:cNvSpPr/>
          <p:nvPr/>
        </p:nvSpPr>
        <p:spPr>
          <a:xfrm>
            <a:off x="9250000" y="2800000"/>
            <a:ext cx="2560000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43" name="Text 144"/>
          <p:cNvSpPr/>
          <p:nvPr/>
        </p:nvSpPr>
        <p:spPr>
          <a:xfrm>
            <a:off x="9421450" y="297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58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EFFICIENCY DRAG</a:t>
            </a:r>
          </a:p>
        </p:txBody>
      </p:sp>
      <p:sp>
        <p:nvSpPr>
          <p:cNvPr id="145" name="Text 146"/>
          <p:cNvSpPr/>
          <p:nvPr/>
        </p:nvSpPr>
        <p:spPr>
          <a:xfrm>
            <a:off x="9421450" y="3210000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÷1.45</a:t>
            </a:r>
          </a:p>
        </p:txBody>
      </p:sp>
      <p:sp>
        <p:nvSpPr>
          <p:cNvPr id="147" name="Text 148"/>
          <p:cNvSpPr/>
          <p:nvPr/>
        </p:nvSpPr>
        <p:spPr>
          <a:xfrm>
            <a:off x="9421450" y="3680000"/>
            <a:ext cx="221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B8457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one lever you own</a:t>
            </a:r>
          </a:p>
        </p:txBody>
      </p:sp>
      <p:sp>
        <p:nvSpPr>
          <p:cNvPr id="149" name="Shape 150"/>
          <p:cNvSpPr/>
          <p:nvPr/>
        </p:nvSpPr>
        <p:spPr>
          <a:xfrm>
            <a:off x="9250000" y="4080000"/>
            <a:ext cx="2560000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51" name="Text 152"/>
          <p:cNvSpPr/>
          <p:nvPr/>
        </p:nvSpPr>
        <p:spPr>
          <a:xfrm>
            <a:off x="9421450" y="425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58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NET BILLABLE GROWTH</a:t>
            </a:r>
          </a:p>
        </p:txBody>
      </p:sp>
      <p:sp>
        <p:nvSpPr>
          <p:cNvPr id="153" name="Text 154"/>
          <p:cNvSpPr/>
          <p:nvPr/>
        </p:nvSpPr>
        <p:spPr>
          <a:xfrm>
            <a:off x="9421450" y="4490000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×24</a:t>
            </a:r>
          </a:p>
        </p:txBody>
      </p:sp>
      <p:sp>
        <p:nvSpPr>
          <p:cNvPr id="155" name="Text 156"/>
          <p:cNvSpPr/>
          <p:nvPr/>
        </p:nvSpPr>
        <p:spPr>
          <a:xfrm>
            <a:off x="9421450" y="4960000"/>
            <a:ext cx="221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2026 → 2030</a:t>
            </a:r>
          </a:p>
        </p:txBody>
      </p:sp>
      <p:sp>
        <p:nvSpPr>
          <p:cNvPr id="157" name="Shape 158"/>
          <p:cNvSpPr/>
          <p:nvPr/>
        </p:nvSpPr>
        <p:spPr>
          <a:xfrm>
            <a:off x="381000" y="5450000"/>
            <a:ext cx="11430000" cy="9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59" name="Bar 160"/>
          <p:cNvSpPr/>
          <p:nvPr/>
        </p:nvSpPr>
        <p:spPr>
          <a:xfrm>
            <a:off x="381000" y="5450000"/>
            <a:ext cx="38100" cy="9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61" name="Text 162"/>
          <p:cNvSpPr/>
          <p:nvPr/>
        </p:nvSpPr>
        <p:spPr>
          <a:xfrm>
            <a:off x="666750" y="559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08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THE ONE NUMBER YOU CONTROL</a:t>
            </a:r>
          </a:p>
        </p:txBody>
      </p:sp>
      <p:sp>
        <p:nvSpPr>
          <p:cNvPr id="163" name="Text 164"/>
          <p:cNvSpPr/>
          <p:nvPr/>
        </p:nvSpPr>
        <p:spPr>
          <a:xfrm>
            <a:off x="666750" y="5790420"/>
            <a:ext cx="10930000" cy="479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Five of the six forces are market-wide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. Only the optimisation drag is yours: Push your own drag from 1.45x to 3x and you halve your token growth relative to peers while consuming the same intelligence..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QUANTIFYING THE DEMAND SIDE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What makes token volume 24× larger — force by force</a:t>
            </a:r>
          </a:p>
        </p:txBody>
      </p:sp>
      <p:pic>
        <p:nvPicPr>
          <p:cNvPr id="3" name="Pic 981">
            <a:extLst>
              <a:ext uri="{FF2B5EF4-FFF2-40B4-BE49-F238E27FC236}">
                <a16:creationId xmlns:a16="http://schemas.microsoft.com/office/drawing/2014/main" id="{9ECC4076-01A8-C063-EE10-F00BB85D59F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1000" y="1371600"/>
            <a:ext cx="8547847" cy="3997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3810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2026–27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1000" y="2492275"/>
            <a:ext cx="2747010" cy="620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Prices fall 3–5× a year; mid-market commoditises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385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2027–28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38500" y="2492275"/>
            <a:ext cx="2747010" cy="620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Outcome- and subscription-based pricing spreads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960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2028–29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6000" y="2492275"/>
            <a:ext cx="2747010" cy="620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weights become the default substrate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953500" y="2225576"/>
            <a:ext cx="2747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2030</a:t>
            </a:r>
            <a:endParaRPr lang="en-US" sz="1600" dirty="0">
              <a:latin typeface="Manrope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953500" y="2492275"/>
            <a:ext cx="2747010" cy="620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Inference &gt;90% cheaper; tokens up to 120×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39B39A4B-7349-A7E7-826E-4F533EAB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</a:t>
            </a: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F89B030-6E94-0787-F047-181CD8EF7B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IN" dirty="0"/>
              <a:t>Where token economics goes from here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99823D-257A-C187-4E14-3DE0C75E8BEA}"/>
              </a:ext>
            </a:extLst>
          </p:cNvPr>
          <p:cNvGrpSpPr/>
          <p:nvPr/>
        </p:nvGrpSpPr>
        <p:grpSpPr>
          <a:xfrm>
            <a:off x="552308" y="1879600"/>
            <a:ext cx="11353800" cy="190784"/>
            <a:chOff x="552308" y="1879600"/>
            <a:chExt cx="11353800" cy="1907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E226DFA-38B6-3C90-8F34-3F4BCA4445C3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710121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2BE437C-3F96-2AB2-17B0-949ACBD247D3}"/>
                </a:ext>
              </a:extLst>
            </p:cNvPr>
            <p:cNvGrpSpPr/>
            <p:nvPr/>
          </p:nvGrpSpPr>
          <p:grpSpPr>
            <a:xfrm>
              <a:off x="552308" y="1879600"/>
              <a:ext cx="190784" cy="190784"/>
              <a:chOff x="538262" y="1865554"/>
              <a:chExt cx="218876" cy="218876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9F819E3-62FF-B39A-57FF-EB54959105FA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3EF0283-9C36-0903-0F7B-68CFEEC6E5EB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9C09ACC-7334-CD14-5BC3-1144D998E3CB}"/>
                </a:ext>
              </a:extLst>
            </p:cNvPr>
            <p:cNvGrpSpPr/>
            <p:nvPr/>
          </p:nvGrpSpPr>
          <p:grpSpPr>
            <a:xfrm>
              <a:off x="3368382" y="1879600"/>
              <a:ext cx="190784" cy="190784"/>
              <a:chOff x="538262" y="1865554"/>
              <a:chExt cx="218876" cy="218876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ACAC03E-3560-5BA7-1CBB-748E5394E3DF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CC1824B-D22D-EEFB-E884-7687DD716A56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A95814A-3EEE-E6BC-F3CA-044DE94E766B}"/>
                </a:ext>
              </a:extLst>
            </p:cNvPr>
            <p:cNvGrpSpPr/>
            <p:nvPr/>
          </p:nvGrpSpPr>
          <p:grpSpPr>
            <a:xfrm>
              <a:off x="6229208" y="1879600"/>
              <a:ext cx="190784" cy="190784"/>
              <a:chOff x="538262" y="1865554"/>
              <a:chExt cx="218876" cy="218876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06CB1A7-8598-699C-050F-962645F16D1A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63533C9-C296-70B2-16BE-06A8842A7B7B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A662447-D60F-1DD8-1BDB-605F54FF5A0C}"/>
                </a:ext>
              </a:extLst>
            </p:cNvPr>
            <p:cNvGrpSpPr/>
            <p:nvPr/>
          </p:nvGrpSpPr>
          <p:grpSpPr>
            <a:xfrm>
              <a:off x="9090034" y="1879600"/>
              <a:ext cx="190784" cy="190784"/>
              <a:chOff x="538262" y="1865554"/>
              <a:chExt cx="218876" cy="21887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157A1EF-6E93-8DBE-2148-B12F83332BCA}"/>
                  </a:ext>
                </a:extLst>
              </p:cNvPr>
              <p:cNvSpPr/>
              <p:nvPr/>
            </p:nvSpPr>
            <p:spPr>
              <a:xfrm>
                <a:off x="576088" y="1905622"/>
                <a:ext cx="143224" cy="14322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DD79793-5567-41A4-1C1B-5977C485A899}"/>
                  </a:ext>
                </a:extLst>
              </p:cNvPr>
              <p:cNvSpPr/>
              <p:nvPr/>
            </p:nvSpPr>
            <p:spPr>
              <a:xfrm>
                <a:off x="538262" y="1865554"/>
                <a:ext cx="218876" cy="218876"/>
              </a:xfrm>
              <a:prstGeom prst="ellipse">
                <a:avLst/>
              </a:prstGeom>
              <a:noFill/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IN" dirty="0">
                  <a:latin typeface="Manrope" pitchFamily="2" charset="0"/>
                </a:endParaRP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79DCB95-2231-CCB5-6D16-9959F5B5F11E}"/>
                </a:ext>
              </a:extLst>
            </p:cNvPr>
            <p:cNvCxnSpPr>
              <a:cxnSpLocks/>
            </p:cNvCxnSpPr>
            <p:nvPr/>
          </p:nvCxnSpPr>
          <p:spPr>
            <a:xfrm>
              <a:off x="3559166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249516-05E7-BBAB-AB3D-CE4F3AE37348}"/>
                </a:ext>
              </a:extLst>
            </p:cNvPr>
            <p:cNvCxnSpPr>
              <a:cxnSpLocks/>
            </p:cNvCxnSpPr>
            <p:nvPr/>
          </p:nvCxnSpPr>
          <p:spPr>
            <a:xfrm>
              <a:off x="6431773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CAA800-100B-2741-9B0A-613987955D2E}"/>
                </a:ext>
              </a:extLst>
            </p:cNvPr>
            <p:cNvCxnSpPr>
              <a:cxnSpLocks/>
            </p:cNvCxnSpPr>
            <p:nvPr/>
          </p:nvCxnSpPr>
          <p:spPr>
            <a:xfrm>
              <a:off x="9247847" y="1976946"/>
              <a:ext cx="265826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hape 4">
            <a:extLst>
              <a:ext uri="{FF2B5EF4-FFF2-40B4-BE49-F238E27FC236}">
                <a16:creationId xmlns:a16="http://schemas.microsoft.com/office/drawing/2014/main" id="{44A86D13-F274-6D48-0782-6261A88A73DB}"/>
              </a:ext>
            </a:extLst>
          </p:cNvPr>
          <p:cNvSpPr/>
          <p:nvPr/>
        </p:nvSpPr>
        <p:spPr>
          <a:xfrm>
            <a:off x="381000" y="3346253"/>
            <a:ext cx="2658261" cy="2217152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Routine work shifts to small/task-specific models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routing layers become standard.</a:t>
            </a:r>
            <a:endParaRPr lang="en-IN" sz="1400" dirty="0">
              <a:latin typeface="Manrope" pitchFamily="34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703C31A-38E4-16B5-19E4-82548BF41C40}"/>
              </a:ext>
            </a:extLst>
          </p:cNvPr>
          <p:cNvSpPr/>
          <p:nvPr/>
        </p:nvSpPr>
        <p:spPr>
          <a:xfrm>
            <a:off x="3200788" y="3346253"/>
            <a:ext cx="2658261" cy="2217152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The mid-tier gets squeezed; 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buyers anchor on the cheapest capable model.</a:t>
            </a:r>
            <a:endParaRPr lang="en-IN" sz="1400" dirty="0">
              <a:latin typeface="Manrope" pitchFamily="34" charset="0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A6D93D95-3BC4-3AB0-6F94-B73E3B9536FD}"/>
              </a:ext>
            </a:extLst>
          </p:cNvPr>
          <p:cNvSpPr/>
          <p:nvPr/>
        </p:nvSpPr>
        <p:spPr>
          <a:xfrm>
            <a:off x="6020577" y="3346250"/>
            <a:ext cx="2658261" cy="2217152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Open-weight and specialist models absorb more routine volume;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portfolios become more model-agnostic.</a:t>
            </a:r>
            <a:endParaRPr lang="en-IN" sz="1400" dirty="0">
              <a:latin typeface="Manrope" pitchFamily="34" charset="0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3E73D0A-62A5-2671-1DFA-05B34D5C841A}"/>
              </a:ext>
            </a:extLst>
          </p:cNvPr>
          <p:cNvSpPr/>
          <p:nvPr/>
        </p:nvSpPr>
        <p:spPr>
          <a:xfrm>
            <a:off x="8792639" y="3346251"/>
            <a:ext cx="3018361" cy="2217152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txBody>
          <a:bodyPr>
            <a:no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Inference on a 1T-parameter LLM is expected to cost over 90% less than in 2025, </a:t>
            </a:r>
          </a:p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anrope" pitchFamily="34" charset="0"/>
              </a:rPr>
              <a:t>while token demand rises 24x to about 120 quadrillion tokens/month.</a:t>
            </a:r>
            <a:endParaRPr lang="en-IN" sz="1400" dirty="0">
              <a:latin typeface="Manrope" pitchFamily="34" charset="0"/>
            </a:endParaRPr>
          </a:p>
        </p:txBody>
      </p:sp>
      <p:sp>
        <p:nvSpPr>
          <p:cNvPr id="38" name="Shape 448">
            <a:extLst>
              <a:ext uri="{FF2B5EF4-FFF2-40B4-BE49-F238E27FC236}">
                <a16:creationId xmlns:a16="http://schemas.microsoft.com/office/drawing/2014/main" id="{2D6DE73D-BF5A-8DD2-5EE3-115779EACE3F}"/>
              </a:ext>
            </a:extLst>
          </p:cNvPr>
          <p:cNvSpPr/>
          <p:nvPr/>
        </p:nvSpPr>
        <p:spPr>
          <a:xfrm>
            <a:off x="381000" y="5667118"/>
            <a:ext cx="11430000" cy="839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0" name="Bar 450">
            <a:extLst>
              <a:ext uri="{FF2B5EF4-FFF2-40B4-BE49-F238E27FC236}">
                <a16:creationId xmlns:a16="http://schemas.microsoft.com/office/drawing/2014/main" id="{390E0ED0-5A27-AEA9-AE23-2138337717F2}"/>
              </a:ext>
            </a:extLst>
          </p:cNvPr>
          <p:cNvSpPr/>
          <p:nvPr/>
        </p:nvSpPr>
        <p:spPr>
          <a:xfrm>
            <a:off x="381000" y="5698638"/>
            <a:ext cx="38100" cy="7613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52">
            <a:extLst>
              <a:ext uri="{FF2B5EF4-FFF2-40B4-BE49-F238E27FC236}">
                <a16:creationId xmlns:a16="http://schemas.microsoft.com/office/drawing/2014/main" id="{9ECEC8DC-D9C2-574A-B6A9-390EF012086A}"/>
              </a:ext>
            </a:extLst>
          </p:cNvPr>
          <p:cNvSpPr/>
          <p:nvPr/>
        </p:nvSpPr>
        <p:spPr>
          <a:xfrm>
            <a:off x="595250" y="5721244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 EFFECT</a:t>
            </a:r>
          </a:p>
        </p:txBody>
      </p:sp>
      <p:sp>
        <p:nvSpPr>
          <p:cNvPr id="49" name="Text 454">
            <a:extLst>
              <a:ext uri="{FF2B5EF4-FFF2-40B4-BE49-F238E27FC236}">
                <a16:creationId xmlns:a16="http://schemas.microsoft.com/office/drawing/2014/main" id="{12464D14-D34A-312B-A86A-B328C357C609}"/>
              </a:ext>
            </a:extLst>
          </p:cNvPr>
          <p:cNvSpPr/>
          <p:nvPr/>
        </p:nvSpPr>
        <p:spPr>
          <a:xfrm>
            <a:off x="595250" y="5934059"/>
            <a:ext cx="10930000" cy="483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prices keep falling, but token demand grows faster; the winners route work to the cheapest capable model and manage AI as a portfolio.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" name="Table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541566"/>
              </p:ext>
            </p:extLst>
          </p:nvPr>
        </p:nvGraphicFramePr>
        <p:xfrm>
          <a:off x="7384096" y="1529531"/>
          <a:ext cx="4495978" cy="2225040"/>
        </p:xfrm>
        <a:graphic>
          <a:graphicData uri="http://schemas.openxmlformats.org/drawingml/2006/table">
            <a:tbl>
              <a:tblPr bandRow="1">
                <a:tableStyleId>{8EC20E35-A176-4012-BC5E-935CFFF8708E}</a:tableStyleId>
              </a:tblPr>
              <a:tblGrid>
                <a:gridCol w="642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4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792">
                  <a:extLst>
                    <a:ext uri="{9D8B030D-6E8A-4147-A177-3AD203B41FA5}">
                      <a16:colId xmlns:a16="http://schemas.microsoft.com/office/drawing/2014/main" val="178973194"/>
                    </a:ext>
                  </a:extLst>
                </a:gridCol>
              </a:tblGrid>
              <a:tr h="2386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</a:rPr>
                        <a:t>YEAR</a:t>
                      </a:r>
                      <a:endParaRPr lang="en-US" sz="1000" b="1" kern="0" dirty="0">
                        <a:solidFill>
                          <a:srgbClr val="80808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</a:rPr>
                        <a:t>PRICE
(Fixed)</a:t>
                      </a:r>
                      <a:endParaRPr lang="en-US" sz="1000" b="1" kern="0" dirty="0">
                        <a:solidFill>
                          <a:srgbClr val="80808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</a:rPr>
                        <a:t>PRICE
(Blended)</a:t>
                      </a:r>
                      <a:endParaRPr lang="en-US" sz="1000" b="1" kern="0" dirty="0">
                        <a:solidFill>
                          <a:srgbClr val="80808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</a:rPr>
                        <a:t>VOLUME</a:t>
                      </a:r>
                      <a:endParaRPr lang="en-US" sz="1000" b="1" kern="0" dirty="0">
                        <a:solidFill>
                          <a:srgbClr val="80808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</a:rPr>
                        <a:t>SPEND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(Fixed)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SPEND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(Up-tier)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0" dirty="0">
                          <a:solidFill>
                            <a:srgbClr val="1A1A1A"/>
                          </a:solidFill>
                          <a:latin typeface="Manrope" pitchFamily="2" charset="0"/>
                        </a:rPr>
                        <a:t>2026</a:t>
                      </a:r>
                      <a:endParaRPr lang="en-US" sz="1200" b="0" kern="0" dirty="0">
                        <a:solidFill>
                          <a:srgbClr val="1A1A1A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100.0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100.0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100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100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100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0" dirty="0">
                          <a:solidFill>
                            <a:srgbClr val="1A1A1A"/>
                          </a:solidFill>
                          <a:latin typeface="Manrope" pitchFamily="2" charset="0"/>
                        </a:rPr>
                        <a:t>2027</a:t>
                      </a:r>
                      <a:endParaRPr lang="en-US" sz="1200" b="0" kern="0" dirty="0">
                        <a:solidFill>
                          <a:srgbClr val="1A1A1A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32.2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53.6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259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214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0" dirty="0">
                          <a:solidFill>
                            <a:srgbClr val="1A1A1A"/>
                          </a:solidFill>
                          <a:latin typeface="Manrope" pitchFamily="2" charset="0"/>
                        </a:rPr>
                        <a:t>2028</a:t>
                      </a:r>
                      <a:endParaRPr lang="en-US" sz="1200" b="0" kern="0" dirty="0">
                        <a:solidFill>
                          <a:srgbClr val="1A1A1A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12.4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31.7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629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459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0" dirty="0">
                          <a:solidFill>
                            <a:srgbClr val="1A1A1A"/>
                          </a:solidFill>
                          <a:latin typeface="Manrope" pitchFamily="2" charset="0"/>
                        </a:rPr>
                        <a:t>2029</a:t>
                      </a:r>
                      <a:endParaRPr lang="en-US" sz="1200" b="0" kern="0" dirty="0">
                        <a:solidFill>
                          <a:srgbClr val="1A1A1A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5.7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20.6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1303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862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0" kern="0" dirty="0">
                          <a:solidFill>
                            <a:srgbClr val="1A1A1A"/>
                          </a:solidFill>
                          <a:latin typeface="Manrope" pitchFamily="2" charset="0"/>
                        </a:rPr>
                        <a:t>2030</a:t>
                      </a:r>
                      <a:endParaRPr lang="en-US" sz="1200" b="0" kern="0" dirty="0">
                        <a:solidFill>
                          <a:srgbClr val="1A1A1A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2.9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</a:rPr>
                        <a:t>14.2</a:t>
                      </a:r>
                      <a:endParaRPr lang="en-US" sz="1200" kern="0" dirty="0">
                        <a:solidFill>
                          <a:srgbClr val="404040"/>
                        </a:solidFill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2379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68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1429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kern="0" dirty="0">
                          <a:solidFill>
                            <a:srgbClr val="1A1A1A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2026/2030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35x↓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7x↓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24x↑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1.4x</a:t>
                      </a:r>
                      <a:r>
                        <a:rPr lang="en-US" sz="1400" b="1" kern="0" dirty="0">
                          <a:solidFill>
                            <a:srgbClr val="404040"/>
                          </a:solidFill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↓</a:t>
                      </a:r>
                      <a:endParaRPr kumimoji="0" 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Manrope" pitchFamily="2" charset="0"/>
                        <a:ea typeface="Manrope" pitchFamily="34" charset="-122"/>
                        <a:cs typeface="Manrope" pitchFamily="34" charset="-12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Manrope" pitchFamily="2" charset="0"/>
                          <a:ea typeface="Manrope" pitchFamily="34" charset="-122"/>
                          <a:cs typeface="Manrope" pitchFamily="34" charset="-120"/>
                        </a:rPr>
                        <a:t>3x↑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40040"/>
                  </a:ext>
                </a:extLst>
              </a:tr>
            </a:tbl>
          </a:graphicData>
        </a:graphic>
      </p:graphicFrame>
      <p:sp>
        <p:nvSpPr>
          <p:cNvPr id="167" name="Shape 168"/>
          <p:cNvSpPr/>
          <p:nvPr/>
        </p:nvSpPr>
        <p:spPr>
          <a:xfrm>
            <a:off x="7465835" y="3912502"/>
            <a:ext cx="4261000" cy="15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69" name="Bar 170"/>
          <p:cNvSpPr/>
          <p:nvPr/>
        </p:nvSpPr>
        <p:spPr>
          <a:xfrm>
            <a:off x="7465835" y="3912502"/>
            <a:ext cx="38100" cy="15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172"/>
          <p:cNvSpPr/>
          <p:nvPr/>
        </p:nvSpPr>
        <p:spPr>
          <a:xfrm>
            <a:off x="7751585" y="4052502"/>
            <a:ext cx="3761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VOLUME, OPPOSITE BILLS</a:t>
            </a:r>
          </a:p>
        </p:txBody>
      </p:sp>
      <p:sp>
        <p:nvSpPr>
          <p:cNvPr id="173" name="Text 174"/>
          <p:cNvSpPr/>
          <p:nvPr/>
        </p:nvSpPr>
        <p:spPr>
          <a:xfrm>
            <a:off x="7751585" y="4312502"/>
            <a:ext cx="3761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Hold capability fixed and spend falls a third. Track the frontier and it triples. The deflation is real — most enterprises just spend it on more capability.</a:t>
            </a:r>
            <a:endParaRPr lang="en-US" sz="1400" b="1" kern="0" dirty="0">
              <a:solidFill>
                <a:srgbClr val="404040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175" name="Shape 176"/>
          <p:cNvSpPr/>
          <p:nvPr/>
        </p:nvSpPr>
        <p:spPr>
          <a:xfrm>
            <a:off x="381000" y="5450000"/>
            <a:ext cx="11430000" cy="9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77" name="Bar 178"/>
          <p:cNvSpPr/>
          <p:nvPr/>
        </p:nvSpPr>
        <p:spPr>
          <a:xfrm>
            <a:off x="381000" y="5450000"/>
            <a:ext cx="38100" cy="9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180"/>
          <p:cNvSpPr/>
          <p:nvPr/>
        </p:nvSpPr>
        <p:spPr>
          <a:xfrm>
            <a:off x="666750" y="559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PLANNING NUMBER</a:t>
            </a:r>
          </a:p>
        </p:txBody>
      </p:sp>
      <p:sp>
        <p:nvSpPr>
          <p:cNvPr id="181" name="Text 182"/>
          <p:cNvSpPr/>
          <p:nvPr/>
        </p:nvSpPr>
        <p:spPr>
          <a:xfrm>
            <a:off x="666749" y="5749733"/>
            <a:ext cx="11060085" cy="57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 35× price decline multiplied by 24× volume growth means </a:t>
            </a:r>
            <a:r>
              <a:rPr lang="en-US" sz="1400" b="1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aggregate enterprise LLM spend can fall, </a:t>
            </a: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provided enterprises don’t move to upper-tier. But as usage increases, </a:t>
            </a:r>
            <a:r>
              <a:rPr lang="en-US" sz="1400" b="1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more powerful uses cases will demand movement to upper-tier, increasing spend by 3x.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PRICE × VOLUME = SPEND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sz="2400" dirty="0"/>
              <a:t>The bill is a choice, not a forecast</a:t>
            </a:r>
          </a:p>
        </p:txBody>
      </p:sp>
      <p:pic>
        <p:nvPicPr>
          <p:cNvPr id="3" name="Pic 982">
            <a:extLst>
              <a:ext uri="{FF2B5EF4-FFF2-40B4-BE49-F238E27FC236}">
                <a16:creationId xmlns:a16="http://schemas.microsoft.com/office/drawing/2014/main" id="{55E02FE4-4EEC-11C7-16AD-95ADA19906E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5324" y="1600000"/>
            <a:ext cx="7003676" cy="3310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4"/>
          <p:cNvSpPr/>
          <p:nvPr/>
        </p:nvSpPr>
        <p:spPr>
          <a:xfrm>
            <a:off x="8855363" y="1520000"/>
            <a:ext cx="2861507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85" name="Text 186"/>
          <p:cNvSpPr/>
          <p:nvPr/>
        </p:nvSpPr>
        <p:spPr>
          <a:xfrm>
            <a:off x="9026814" y="169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58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HOLD CAPABILITY FIXED</a:t>
            </a:r>
          </a:p>
        </p:txBody>
      </p:sp>
      <p:sp>
        <p:nvSpPr>
          <p:cNvPr id="187" name="Text 188"/>
          <p:cNvSpPr/>
          <p:nvPr/>
        </p:nvSpPr>
        <p:spPr>
          <a:xfrm>
            <a:off x="9026814" y="1930000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0.7×</a:t>
            </a:r>
          </a:p>
        </p:txBody>
      </p:sp>
      <p:sp>
        <p:nvSpPr>
          <p:cNvPr id="189" name="Text 190"/>
          <p:cNvSpPr/>
          <p:nvPr/>
        </p:nvSpPr>
        <p:spPr>
          <a:xfrm>
            <a:off x="9026814" y="2400000"/>
            <a:ext cx="2217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20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spend falls ~a third</a:t>
            </a:r>
          </a:p>
        </p:txBody>
      </p:sp>
      <p:sp>
        <p:nvSpPr>
          <p:cNvPr id="191" name="Shape 192"/>
          <p:cNvSpPr/>
          <p:nvPr/>
        </p:nvSpPr>
        <p:spPr>
          <a:xfrm>
            <a:off x="8855363" y="2800000"/>
            <a:ext cx="2861507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93" name="Text 194"/>
          <p:cNvSpPr/>
          <p:nvPr/>
        </p:nvSpPr>
        <p:spPr>
          <a:xfrm>
            <a:off x="9026814" y="2970000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1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THE FRONTIER</a:t>
            </a:r>
          </a:p>
        </p:txBody>
      </p:sp>
      <p:sp>
        <p:nvSpPr>
          <p:cNvPr id="195" name="Text 196"/>
          <p:cNvSpPr/>
          <p:nvPr/>
        </p:nvSpPr>
        <p:spPr>
          <a:xfrm>
            <a:off x="9026814" y="3130688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3.4×</a:t>
            </a:r>
          </a:p>
        </p:txBody>
      </p:sp>
      <p:sp>
        <p:nvSpPr>
          <p:cNvPr id="197" name="Text 198"/>
          <p:cNvSpPr/>
          <p:nvPr/>
        </p:nvSpPr>
        <p:spPr>
          <a:xfrm>
            <a:off x="9026814" y="3598943"/>
            <a:ext cx="2388550" cy="268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200" b="1" kern="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spend triples</a:t>
            </a:r>
          </a:p>
        </p:txBody>
      </p:sp>
      <p:sp>
        <p:nvSpPr>
          <p:cNvPr id="199" name="Shape 200"/>
          <p:cNvSpPr/>
          <p:nvPr/>
        </p:nvSpPr>
        <p:spPr>
          <a:xfrm>
            <a:off x="8855363" y="4080000"/>
            <a:ext cx="2861507" cy="118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01" name="Text 202"/>
          <p:cNvSpPr/>
          <p:nvPr/>
        </p:nvSpPr>
        <p:spPr>
          <a:xfrm>
            <a:off x="9026814" y="4223107"/>
            <a:ext cx="220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100" kern="0" spc="58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SPREAD</a:t>
            </a:r>
          </a:p>
        </p:txBody>
      </p:sp>
      <p:sp>
        <p:nvSpPr>
          <p:cNvPr id="203" name="Text 204"/>
          <p:cNvSpPr/>
          <p:nvPr/>
        </p:nvSpPr>
        <p:spPr>
          <a:xfrm>
            <a:off x="9026814" y="4463107"/>
            <a:ext cx="22171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nrope" pitchFamily="34" charset="0"/>
                <a:ea typeface="Manrope" pitchFamily="34" charset="-122"/>
                <a:cs typeface="Manrope" pitchFamily="34" charset="-120"/>
              </a:rPr>
              <a:t>5×</a:t>
            </a:r>
          </a:p>
        </p:txBody>
      </p:sp>
      <p:sp>
        <p:nvSpPr>
          <p:cNvPr id="205" name="Text 206"/>
          <p:cNvSpPr/>
          <p:nvPr/>
        </p:nvSpPr>
        <p:spPr>
          <a:xfrm>
            <a:off x="9026814" y="4933107"/>
            <a:ext cx="26900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200" b="1" kern="0" dirty="0">
                <a:solidFill>
                  <a:srgbClr val="00206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between two choices, same market</a:t>
            </a:r>
          </a:p>
        </p:txBody>
      </p:sp>
      <p:sp>
        <p:nvSpPr>
          <p:cNvPr id="207" name="Shape 208"/>
          <p:cNvSpPr/>
          <p:nvPr/>
        </p:nvSpPr>
        <p:spPr>
          <a:xfrm>
            <a:off x="381000" y="5450000"/>
            <a:ext cx="11430000" cy="9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209" name="Bar 210"/>
          <p:cNvSpPr/>
          <p:nvPr/>
        </p:nvSpPr>
        <p:spPr>
          <a:xfrm>
            <a:off x="381000" y="5450000"/>
            <a:ext cx="38100" cy="9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11" name="Text 212"/>
          <p:cNvSpPr/>
          <p:nvPr/>
        </p:nvSpPr>
        <p:spPr>
          <a:xfrm>
            <a:off x="666750" y="5590000"/>
            <a:ext cx="10930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05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AN ARGUMENT FOR FREEZING CAPABILITY</a:t>
            </a:r>
          </a:p>
        </p:txBody>
      </p:sp>
      <p:sp>
        <p:nvSpPr>
          <p:cNvPr id="213" name="Text 214"/>
          <p:cNvSpPr/>
          <p:nvPr/>
        </p:nvSpPr>
        <p:spPr>
          <a:xfrm>
            <a:off x="666750" y="5808240"/>
            <a:ext cx="10930000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2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Buying up-tier is often right — better models finish tasks in fewer attempts. It is an argument for deciding deliberately, per workload, instead of discovering it in the invoice.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YOUR CAPABILITY STRATEGY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sz="2800" dirty="0"/>
              <a:t>Same market, same volume growth — opposite outcomes</a:t>
            </a:r>
          </a:p>
        </p:txBody>
      </p:sp>
      <p:pic>
        <p:nvPicPr>
          <p:cNvPr id="3" name="Pic 983">
            <a:extLst>
              <a:ext uri="{FF2B5EF4-FFF2-40B4-BE49-F238E27FC236}">
                <a16:creationId xmlns:a16="http://schemas.microsoft.com/office/drawing/2014/main" id="{CB9594FF-205A-248B-354D-45558C6D6B2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1000" y="1371600"/>
            <a:ext cx="8302914" cy="4036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265C-BDCB-9909-5392-71BBCE693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F8A7719B-ABD2-1B3C-D774-739DE94CD382}"/>
              </a:ext>
            </a:extLst>
          </p:cNvPr>
          <p:cNvSpPr/>
          <p:nvPr/>
        </p:nvSpPr>
        <p:spPr>
          <a:xfrm>
            <a:off x="306058" y="1425880"/>
            <a:ext cx="11475263" cy="628651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A5D2D07-29B5-8055-778C-3C694E269C45}"/>
              </a:ext>
            </a:extLst>
          </p:cNvPr>
          <p:cNvSpPr/>
          <p:nvPr/>
        </p:nvSpPr>
        <p:spPr>
          <a:xfrm>
            <a:off x="400476" y="1517599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economics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34CF2D-8374-5DA3-0E2B-DC9039A77252}"/>
              </a:ext>
            </a:extLst>
          </p:cNvPr>
          <p:cNvSpPr/>
          <p:nvPr/>
        </p:nvSpPr>
        <p:spPr>
          <a:xfrm>
            <a:off x="2240656" y="1517599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Blackwell-class and successor silicon keep lowering the cost floor.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CCBD19-4B4E-CDF1-1422-C52DDF64C987}"/>
              </a:ext>
            </a:extLst>
          </p:cNvPr>
          <p:cNvSpPr/>
          <p:nvPr/>
        </p:nvSpPr>
        <p:spPr>
          <a:xfrm>
            <a:off x="6096000" y="-1383263"/>
            <a:ext cx="5486400" cy="91440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7A5EB33-CFAA-1B28-A81D-DF0559321CA5}"/>
              </a:ext>
            </a:extLst>
          </p:cNvPr>
          <p:cNvSpPr/>
          <p:nvPr/>
        </p:nvSpPr>
        <p:spPr>
          <a:xfrm>
            <a:off x="6296025" y="-1289115"/>
            <a:ext cx="38458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 up-stack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501F32A-5E63-E513-1E9B-36C5B7E5A614}"/>
              </a:ext>
            </a:extLst>
          </p:cNvPr>
          <p:cNvSpPr/>
          <p:nvPr/>
        </p:nvSpPr>
        <p:spPr>
          <a:xfrm>
            <a:off x="6190599" y="-916537"/>
            <a:ext cx="4653435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Monetise agents, governance and tools — not raw tokens.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A5D1D8C6-557F-D978-3126-3C744F2A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IMPLICATIONS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3C89797-9FB8-7697-7170-AB6D31D17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What it means for suppliers</a:t>
            </a:r>
          </a:p>
        </p:txBody>
      </p:sp>
      <p:sp>
        <p:nvSpPr>
          <p:cNvPr id="323" name="Shape 324">
            <a:extLst>
              <a:ext uri="{FF2B5EF4-FFF2-40B4-BE49-F238E27FC236}">
                <a16:creationId xmlns:a16="http://schemas.microsoft.com/office/drawing/2014/main" id="{5B442A7D-1760-A934-66BE-AB16F07DAB6F}"/>
              </a:ext>
            </a:extLst>
          </p:cNvPr>
          <p:cNvSpPr/>
          <p:nvPr/>
        </p:nvSpPr>
        <p:spPr>
          <a:xfrm>
            <a:off x="381000" y="5304262"/>
            <a:ext cx="11542712" cy="1000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25" name="Bar 326">
            <a:extLst>
              <a:ext uri="{FF2B5EF4-FFF2-40B4-BE49-F238E27FC236}">
                <a16:creationId xmlns:a16="http://schemas.microsoft.com/office/drawing/2014/main" id="{E7307B2B-B272-60AE-8FA9-58AE4F2F8421}"/>
              </a:ext>
            </a:extLst>
          </p:cNvPr>
          <p:cNvSpPr/>
          <p:nvPr/>
        </p:nvSpPr>
        <p:spPr>
          <a:xfrm>
            <a:off x="381000" y="5304262"/>
            <a:ext cx="38100" cy="10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7" name="Text 328">
            <a:extLst>
              <a:ext uri="{FF2B5EF4-FFF2-40B4-BE49-F238E27FC236}">
                <a16:creationId xmlns:a16="http://schemas.microsoft.com/office/drawing/2014/main" id="{EEA65C36-9314-6716-2773-011544152FFD}"/>
              </a:ext>
            </a:extLst>
          </p:cNvPr>
          <p:cNvSpPr/>
          <p:nvPr/>
        </p:nvSpPr>
        <p:spPr>
          <a:xfrm>
            <a:off x="666750" y="5425163"/>
            <a:ext cx="78817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STRATEGIC IMPLICATION</a:t>
            </a:r>
          </a:p>
        </p:txBody>
      </p:sp>
      <p:sp>
        <p:nvSpPr>
          <p:cNvPr id="329" name="Text 330">
            <a:extLst>
              <a:ext uri="{FF2B5EF4-FFF2-40B4-BE49-F238E27FC236}">
                <a16:creationId xmlns:a16="http://schemas.microsoft.com/office/drawing/2014/main" id="{B09E0386-1F3F-8EA5-239C-AFF916338C95}"/>
              </a:ext>
            </a:extLst>
          </p:cNvPr>
          <p:cNvSpPr/>
          <p:nvPr/>
        </p:nvSpPr>
        <p:spPr>
          <a:xfrm>
            <a:off x="666750" y="5657870"/>
            <a:ext cx="10941718" cy="4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Pure inference becomes a utility; durable margins shift to platforms, tools, and vertical integration.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8E4253C-0F36-AD4D-BFBA-0FA16FAE8218}"/>
              </a:ext>
            </a:extLst>
          </p:cNvPr>
          <p:cNvSpPr/>
          <p:nvPr/>
        </p:nvSpPr>
        <p:spPr>
          <a:xfrm>
            <a:off x="306058" y="2165886"/>
            <a:ext cx="11475263" cy="628651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763DCB84-1C9E-1F5B-894D-0F9CB4A5E33E}"/>
              </a:ext>
            </a:extLst>
          </p:cNvPr>
          <p:cNvSpPr/>
          <p:nvPr/>
        </p:nvSpPr>
        <p:spPr>
          <a:xfrm>
            <a:off x="306058" y="2920889"/>
            <a:ext cx="11475263" cy="628651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818B2857-3242-FC16-1E6A-A5E6833EF036}"/>
              </a:ext>
            </a:extLst>
          </p:cNvPr>
          <p:cNvSpPr/>
          <p:nvPr/>
        </p:nvSpPr>
        <p:spPr>
          <a:xfrm>
            <a:off x="306058" y="3670501"/>
            <a:ext cx="11475263" cy="628651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1704CA16-8912-C50E-4817-A7AF75E57297}"/>
              </a:ext>
            </a:extLst>
          </p:cNvPr>
          <p:cNvSpPr/>
          <p:nvPr/>
        </p:nvSpPr>
        <p:spPr>
          <a:xfrm>
            <a:off x="306057" y="4458506"/>
            <a:ext cx="11475263" cy="628651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AB55F253-08F2-185C-1B2B-53CCAC3DF4DB}"/>
              </a:ext>
            </a:extLst>
          </p:cNvPr>
          <p:cNvSpPr/>
          <p:nvPr/>
        </p:nvSpPr>
        <p:spPr>
          <a:xfrm>
            <a:off x="400476" y="3771153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Outcome pricing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224EF7FE-9F5A-B724-06F3-E58691595900}"/>
              </a:ext>
            </a:extLst>
          </p:cNvPr>
          <p:cNvSpPr/>
          <p:nvPr/>
        </p:nvSpPr>
        <p:spPr>
          <a:xfrm>
            <a:off x="2240656" y="3771153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Per-token billing gives way to subscriptions, per-action, and per-outcome pricing; raw tokens become the wholesale layer.</a:t>
            </a: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26E46B83-9576-B7BE-8E9C-D137386A3203}"/>
              </a:ext>
            </a:extLst>
          </p:cNvPr>
          <p:cNvSpPr/>
          <p:nvPr/>
        </p:nvSpPr>
        <p:spPr>
          <a:xfrm>
            <a:off x="2240656" y="2265675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Pure inference hosting converges on utility economics: scale, </a:t>
            </a:r>
            <a:r>
              <a:rPr lang="en-US" sz="140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utilisation</a:t>
            </a: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, and energy decide winners; the business starts to resemble cloud storage or CDN, not software.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4558E69F-1DBD-4FAA-8AE2-2F7FC4CBFF06}"/>
              </a:ext>
            </a:extLst>
          </p:cNvPr>
          <p:cNvSpPr/>
          <p:nvPr/>
        </p:nvSpPr>
        <p:spPr>
          <a:xfrm>
            <a:off x="2240656" y="3009251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Pricing power persists only where open models cannot yet match. </a:t>
            </a:r>
            <a:r>
              <a:rPr lang="en-US" sz="1400" dirty="0" err="1">
                <a:latin typeface="Manrope" pitchFamily="34" charset="0"/>
                <a:ea typeface="Manrope" pitchFamily="34" charset="-122"/>
                <a:cs typeface="Manrope" pitchFamily="34" charset="-120"/>
              </a:rPr>
              <a:t>Monetise</a:t>
            </a: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agents, governance, and tools — not raw tokens.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F6FD9986-BCC5-B340-302D-208A1C0CBF4F}"/>
              </a:ext>
            </a:extLst>
          </p:cNvPr>
          <p:cNvSpPr/>
          <p:nvPr/>
        </p:nvSpPr>
        <p:spPr>
          <a:xfrm>
            <a:off x="2240656" y="4534203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Custom silicon, owned data centers, and energy procurement become the margin defense for anyone serving at scale.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5F31C2A8-35E9-FEE7-65C3-6683693DF6C5}"/>
              </a:ext>
            </a:extLst>
          </p:cNvPr>
          <p:cNvSpPr/>
          <p:nvPr/>
        </p:nvSpPr>
        <p:spPr>
          <a:xfrm>
            <a:off x="400476" y="4534203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Vertical Integration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38B4E22D-094C-C694-C9CB-AF62908CB487}"/>
              </a:ext>
            </a:extLst>
          </p:cNvPr>
          <p:cNvSpPr/>
          <p:nvPr/>
        </p:nvSpPr>
        <p:spPr>
          <a:xfrm>
            <a:off x="400476" y="2265675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Mid-market commoditize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8C2DF234-106C-1D7C-D6BB-F1A1AC99B5D1}"/>
              </a:ext>
            </a:extLst>
          </p:cNvPr>
          <p:cNvSpPr/>
          <p:nvPr/>
        </p:nvSpPr>
        <p:spPr>
          <a:xfrm>
            <a:off x="400476" y="3017939"/>
            <a:ext cx="1737360" cy="439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 up-stack (Frontier Premium)</a:t>
            </a:r>
            <a:endParaRPr lang="en-US" sz="14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00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0F43-FE9E-2773-B2F0-10694109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F90CF860-CA26-91EC-9087-4FF03D75D965}"/>
              </a:ext>
            </a:extLst>
          </p:cNvPr>
          <p:cNvSpPr/>
          <p:nvPr/>
        </p:nvSpPr>
        <p:spPr>
          <a:xfrm>
            <a:off x="306058" y="1488633"/>
            <a:ext cx="11475263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81E614F-D486-9056-1A75-180E21E94B24}"/>
              </a:ext>
            </a:extLst>
          </p:cNvPr>
          <p:cNvSpPr/>
          <p:nvPr/>
        </p:nvSpPr>
        <p:spPr>
          <a:xfrm>
            <a:off x="400476" y="1643107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Bills rise even as prices fall 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8D6DAA0-1EF1-B3B3-97DF-D1476DA159E6}"/>
              </a:ext>
            </a:extLst>
          </p:cNvPr>
          <p:cNvSpPr/>
          <p:nvPr/>
        </p:nvSpPr>
        <p:spPr>
          <a:xfrm>
            <a:off x="2240656" y="1643107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Budget for aggregate growth driven by agentic adoption; manage cost per business outcome, not total spend.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0164575-FA5A-49FD-D732-5DBECD8AD648}"/>
              </a:ext>
            </a:extLst>
          </p:cNvPr>
          <p:cNvSpPr/>
          <p:nvPr/>
        </p:nvSpPr>
        <p:spPr>
          <a:xfrm>
            <a:off x="6096000" y="-1383263"/>
            <a:ext cx="5486400" cy="91440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5B270A-4912-11E6-A0C0-11E8ECDE0554}"/>
              </a:ext>
            </a:extLst>
          </p:cNvPr>
          <p:cNvSpPr/>
          <p:nvPr/>
        </p:nvSpPr>
        <p:spPr>
          <a:xfrm>
            <a:off x="6296025" y="-1289115"/>
            <a:ext cx="384581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Move up-stack</a:t>
            </a:r>
            <a:endParaRPr lang="en-US" dirty="0">
              <a:latin typeface="Manrope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60BA081-36D1-F911-A340-857B3BFB2B97}"/>
              </a:ext>
            </a:extLst>
          </p:cNvPr>
          <p:cNvSpPr/>
          <p:nvPr/>
        </p:nvSpPr>
        <p:spPr>
          <a:xfrm>
            <a:off x="6190599" y="-916537"/>
            <a:ext cx="4653435" cy="22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Monetise agents, governance and tools — not raw tokens.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71062133-D700-B798-FE23-FEDC871E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IMPLICATIONS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48584F3-ED9E-F8AA-D964-A921850C3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What it means for buyers</a:t>
            </a:r>
          </a:p>
        </p:txBody>
      </p:sp>
      <p:sp>
        <p:nvSpPr>
          <p:cNvPr id="323" name="Shape 324">
            <a:extLst>
              <a:ext uri="{FF2B5EF4-FFF2-40B4-BE49-F238E27FC236}">
                <a16:creationId xmlns:a16="http://schemas.microsoft.com/office/drawing/2014/main" id="{484E979C-A57D-E5EC-EEBD-271966575A51}"/>
              </a:ext>
            </a:extLst>
          </p:cNvPr>
          <p:cNvSpPr/>
          <p:nvPr/>
        </p:nvSpPr>
        <p:spPr>
          <a:xfrm>
            <a:off x="381000" y="5093213"/>
            <a:ext cx="11542712" cy="121104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25" name="Bar 326">
            <a:extLst>
              <a:ext uri="{FF2B5EF4-FFF2-40B4-BE49-F238E27FC236}">
                <a16:creationId xmlns:a16="http://schemas.microsoft.com/office/drawing/2014/main" id="{D0524DA1-3F52-1838-28B9-BC3DD7575B54}"/>
              </a:ext>
            </a:extLst>
          </p:cNvPr>
          <p:cNvSpPr/>
          <p:nvPr/>
        </p:nvSpPr>
        <p:spPr>
          <a:xfrm>
            <a:off x="381000" y="5046862"/>
            <a:ext cx="38100" cy="121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7" name="Text 328">
            <a:extLst>
              <a:ext uri="{FF2B5EF4-FFF2-40B4-BE49-F238E27FC236}">
                <a16:creationId xmlns:a16="http://schemas.microsoft.com/office/drawing/2014/main" id="{181D8C65-6BBE-268E-F486-710ED9996A53}"/>
              </a:ext>
            </a:extLst>
          </p:cNvPr>
          <p:cNvSpPr/>
          <p:nvPr/>
        </p:nvSpPr>
        <p:spPr>
          <a:xfrm>
            <a:off x="635616" y="5304262"/>
            <a:ext cx="78817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08" dirty="0">
                <a:solidFill>
                  <a:srgbClr val="00999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STRATEGIC IMPLICATION</a:t>
            </a:r>
          </a:p>
        </p:txBody>
      </p:sp>
      <p:sp>
        <p:nvSpPr>
          <p:cNvPr id="329" name="Text 330">
            <a:extLst>
              <a:ext uri="{FF2B5EF4-FFF2-40B4-BE49-F238E27FC236}">
                <a16:creationId xmlns:a16="http://schemas.microsoft.com/office/drawing/2014/main" id="{91FD4CDD-2F13-61EB-C7AD-C7A565210814}"/>
              </a:ext>
            </a:extLst>
          </p:cNvPr>
          <p:cNvSpPr/>
          <p:nvPr/>
        </p:nvSpPr>
        <p:spPr>
          <a:xfrm>
            <a:off x="663241" y="5523357"/>
            <a:ext cx="10941718" cy="646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Through 2025 the risk was overspending on AI. From here, the greater risk is under-consuming it: competitors who industrialize agentic workflows convert the same dollar of spend into far more output. Optimization should fund expansion, not contraction.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812AC6C-7A23-5D91-4925-FD37EBD1286A}"/>
              </a:ext>
            </a:extLst>
          </p:cNvPr>
          <p:cNvSpPr/>
          <p:nvPr/>
        </p:nvSpPr>
        <p:spPr>
          <a:xfrm>
            <a:off x="306058" y="2393739"/>
            <a:ext cx="11475263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1C77AF35-BFFA-D4E5-6336-5BD5B9464B06}"/>
              </a:ext>
            </a:extLst>
          </p:cNvPr>
          <p:cNvSpPr/>
          <p:nvPr/>
        </p:nvSpPr>
        <p:spPr>
          <a:xfrm>
            <a:off x="306058" y="3250342"/>
            <a:ext cx="11475263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6A04E681-77C4-77C1-D96D-B93F63CE77D2}"/>
              </a:ext>
            </a:extLst>
          </p:cNvPr>
          <p:cNvSpPr/>
          <p:nvPr/>
        </p:nvSpPr>
        <p:spPr>
          <a:xfrm>
            <a:off x="306058" y="4203154"/>
            <a:ext cx="11475263" cy="731520"/>
          </a:xfrm>
          <a:prstGeom prst="roundRect">
            <a:avLst>
              <a:gd name="adj" fmla="val 11165"/>
            </a:avLst>
          </a:prstGeom>
          <a:solidFill>
            <a:srgbClr val="FFFFFF"/>
          </a:solidFill>
          <a:ln w="9525">
            <a:solidFill>
              <a:srgbClr val="E2E5E9"/>
            </a:solidFill>
            <a:prstDash val="solid"/>
          </a:ln>
        </p:spPr>
        <p:txBody>
          <a:bodyPr>
            <a:noAutofit/>
          </a:bodyPr>
          <a:lstStyle/>
          <a:p>
            <a:endParaRPr lang="en-IN" sz="2800" dirty="0">
              <a:latin typeface="Manrope" pitchFamily="2" charset="0"/>
            </a:endParaRPr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DCBB9890-7A9D-649C-8A74-8B03749BE069}"/>
              </a:ext>
            </a:extLst>
          </p:cNvPr>
          <p:cNvSpPr/>
          <p:nvPr/>
        </p:nvSpPr>
        <p:spPr>
          <a:xfrm>
            <a:off x="400476" y="4366562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weights by default</a:t>
            </a:r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2B544B13-39C8-9F88-DEC2-3D18FB1D4591}"/>
              </a:ext>
            </a:extLst>
          </p:cNvPr>
          <p:cNvSpPr/>
          <p:nvPr/>
        </p:nvSpPr>
        <p:spPr>
          <a:xfrm>
            <a:off x="2240656" y="4366562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kern="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Frontier APIs for the hard tail; distilled and open models absorb the volume; portability doubles as negotiating leverage.</a:t>
            </a: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B0D1A911-94FA-36F8-207F-E052FA641009}"/>
              </a:ext>
            </a:extLst>
          </p:cNvPr>
          <p:cNvSpPr/>
          <p:nvPr/>
        </p:nvSpPr>
        <p:spPr>
          <a:xfrm>
            <a:off x="2240656" y="2538354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Metering, routing, caching, and agent budgets become standard platform-engineering functions.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20481691-DF24-1F9C-10EA-0AF56C306408}"/>
              </a:ext>
            </a:extLst>
          </p:cNvPr>
          <p:cNvSpPr/>
          <p:nvPr/>
        </p:nvSpPr>
        <p:spPr>
          <a:xfrm>
            <a:off x="2240656" y="3410425"/>
            <a:ext cx="9509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en-US" sz="14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Any static model selection is mispriced within months; route behind an abstraction layer and capture deflation automatically.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C73F415E-F63A-29BE-8F6B-00656F24969F}"/>
              </a:ext>
            </a:extLst>
          </p:cNvPr>
          <p:cNvSpPr/>
          <p:nvPr/>
        </p:nvSpPr>
        <p:spPr>
          <a:xfrm>
            <a:off x="400476" y="2538354"/>
            <a:ext cx="1645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 FinOps </a:t>
            </a:r>
            <a:endParaRPr lang="en-US" sz="1400" dirty="0">
              <a:latin typeface="Manrope" pitchFamily="2" charset="0"/>
            </a:endParaRP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A43AFC50-D055-FB30-064D-D8D4C6390704}"/>
              </a:ext>
            </a:extLst>
          </p:cNvPr>
          <p:cNvSpPr/>
          <p:nvPr/>
        </p:nvSpPr>
        <p:spPr>
          <a:xfrm>
            <a:off x="400476" y="3419113"/>
            <a:ext cx="1737360" cy="439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1400" b="1" dirty="0">
                <a:solidFill>
                  <a:srgbClr val="1268B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Portfolio models</a:t>
            </a:r>
            <a:endParaRPr lang="en-US" sz="14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66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6984" y="2770882"/>
            <a:ext cx="50601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8250" dirty="0">
                <a:solidFill>
                  <a:srgbClr val="00B0F0"/>
                </a:solidFill>
                <a:latin typeface="Manrope" pitchFamily="2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250" dirty="0">
              <a:latin typeface="Manrop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3000" y="2208907"/>
            <a:ext cx="9906000" cy="2767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150" b="1" kern="0" spc="-47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greater risk now is under-consuming intelligence — optimisation should fund expansion.</a:t>
            </a:r>
            <a:endParaRPr lang="en-US" sz="3150" dirty="0">
              <a:latin typeface="Manrope" pitchFamily="2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081D2A7-F26D-4834-01B6-56BCE06D5067}"/>
              </a:ext>
            </a:extLst>
          </p:cNvPr>
          <p:cNvSpPr/>
          <p:nvPr/>
        </p:nvSpPr>
        <p:spPr>
          <a:xfrm rot="10800000">
            <a:off x="10959163" y="3963499"/>
            <a:ext cx="50601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8250" dirty="0">
                <a:solidFill>
                  <a:srgbClr val="00B0F0"/>
                </a:solidFill>
                <a:latin typeface="Manrope" pitchFamily="2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250" dirty="0">
              <a:latin typeface="Manrope" pitchFamily="2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50A88-2AF1-B223-FDDA-6428E3D3E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9B2605A-B57F-333F-F1BF-5B180C084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3018" y="2982439"/>
            <a:ext cx="4867564" cy="708474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56A34865-6CFB-3C04-7624-69C8E09DC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076699"/>
            <a:ext cx="7620000" cy="564083"/>
          </a:xfrm>
        </p:spPr>
        <p:txBody>
          <a:bodyPr/>
          <a:lstStyle/>
          <a:p>
            <a:r>
              <a:rPr lang="en-US"/>
              <a:t>July </a:t>
            </a:r>
            <a:r>
              <a:rPr lang="en-US" dirty="0"/>
              <a:t>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3784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5291-E0E3-6302-E614-1958D9DC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849AC9-4AAF-9E24-146B-01BAC0544E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A4D"/>
              </a:gs>
              <a:gs pos="100000">
                <a:srgbClr val="1268B3"/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2709BC-9412-16E8-5D91-F27E58EFF71D}"/>
              </a:ext>
            </a:extLst>
          </p:cNvPr>
          <p:cNvSpPr/>
          <p:nvPr/>
        </p:nvSpPr>
        <p:spPr>
          <a:xfrm>
            <a:off x="381000" y="1443335"/>
            <a:ext cx="9277350" cy="3971330"/>
          </a:xfrm>
          <a:prstGeom prst="roundRect">
            <a:avLst>
              <a:gd name="adj" fmla="val 3358"/>
            </a:avLst>
          </a:prstGeom>
          <a:solidFill>
            <a:srgbClr val="1268B3">
              <a:alpha val="2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  <a:effectLst>
            <a:outerShdw blurRad="304800" dist="76200" dir="5400000" algn="bl" rotWithShape="0">
              <a:srgbClr val="002060">
                <a:alpha val="18000"/>
              </a:srgbClr>
            </a:outerShdw>
          </a:effectLst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1689E0-502B-1C50-0D43-97B37E18924B}"/>
              </a:ext>
            </a:extLst>
          </p:cNvPr>
          <p:cNvSpPr/>
          <p:nvPr/>
        </p:nvSpPr>
        <p:spPr>
          <a:xfrm>
            <a:off x="923925" y="1799768"/>
            <a:ext cx="843724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dirty="0">
                <a:solidFill>
                  <a:schemeClr val="bg1"/>
                </a:solidFill>
                <a:latin typeface="Manrope ExtraBold" pitchFamily="2" charset="0"/>
              </a:rPr>
              <a:t>Annexure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4600E2-D3A8-5DBC-C4E5-5C60981F362E}"/>
              </a:ext>
            </a:extLst>
          </p:cNvPr>
          <p:cNvSpPr/>
          <p:nvPr/>
        </p:nvSpPr>
        <p:spPr>
          <a:xfrm>
            <a:off x="923925" y="3091160"/>
            <a:ext cx="84372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8D1D1"/>
                </a:solidFill>
                <a:latin typeface="Manrope Medium" pitchFamily="2" charset="0"/>
                <a:ea typeface="Manrope" pitchFamily="34" charset="-122"/>
                <a:cs typeface="Manrope" pitchFamily="34" charset="-120"/>
              </a:rPr>
              <a:t> </a:t>
            </a:r>
            <a:endParaRPr lang="en-US" sz="1800" dirty="0">
              <a:latin typeface="Manrope Medium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726F7B0-788F-1441-FE3A-C2B37E01197B}"/>
              </a:ext>
            </a:extLst>
          </p:cNvPr>
          <p:cNvSpPr/>
          <p:nvPr/>
        </p:nvSpPr>
        <p:spPr>
          <a:xfrm>
            <a:off x="923925" y="3557885"/>
            <a:ext cx="8437245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Manrope Bold" pitchFamily="2" charset="0"/>
                <a:ea typeface="Manrope" pitchFamily="34" charset="-122"/>
                <a:cs typeface="Manrope" pitchFamily="34" charset="-120"/>
              </a:rPr>
              <a:t>Reference tables, definitions and sources</a:t>
            </a:r>
            <a:endParaRPr lang="en-US" sz="4050" dirty="0">
              <a:latin typeface="Manrope Bold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61642BB-3986-EB55-5691-23D58EE94741}"/>
              </a:ext>
            </a:extLst>
          </p:cNvPr>
          <p:cNvSpPr/>
          <p:nvPr/>
        </p:nvSpPr>
        <p:spPr>
          <a:xfrm>
            <a:off x="923925" y="4957465"/>
            <a:ext cx="685800" cy="28575"/>
          </a:xfrm>
          <a:prstGeom prst="roundRect">
            <a:avLst>
              <a:gd name="adj" fmla="val 50000"/>
            </a:avLst>
          </a:prstGeom>
          <a:solidFill>
            <a:srgbClr val="58D1D1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D911690-921C-A4D7-DBE9-CEEEA153542A}"/>
              </a:ext>
            </a:extLst>
          </p:cNvPr>
          <p:cNvSpPr/>
          <p:nvPr/>
        </p:nvSpPr>
        <p:spPr>
          <a:xfrm>
            <a:off x="381000" y="6410325"/>
            <a:ext cx="40699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5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STRICTLY CONFIDENTIAL © GROUP DIGITAL</a:t>
            </a:r>
            <a:endParaRPr lang="en-US" sz="9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1205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7"/>
          <p:cNvSpPr/>
          <p:nvPr/>
        </p:nvSpPr>
        <p:spPr>
          <a:xfrm>
            <a:off x="5630466" y="2463701"/>
            <a:ext cx="6180534" cy="600075"/>
          </a:xfrm>
          <a:prstGeom prst="roundRect">
            <a:avLst>
              <a:gd name="adj" fmla="val 15873"/>
            </a:avLst>
          </a:prstGeom>
          <a:solidFill>
            <a:srgbClr val="E6F4EE"/>
          </a:solidFill>
          <a:ln/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966" y="2635151"/>
            <a:ext cx="209550" cy="20955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163866" y="2589431"/>
            <a:ext cx="5494734" cy="34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Detailed tables, methods and sources: the two companion research reports (July 2026).</a:t>
            </a:r>
            <a:endParaRPr lang="en-US" sz="1200" dirty="0">
              <a:latin typeface="Manrope" pitchFamily="2" charset="0"/>
            </a:endParaRP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91F64963-F8F2-D268-A4D8-4B9A0A42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5613F6B-BD13-EC59-2CD5-1D42702982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Glossary — the terms that matter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B9B7E31E-8D21-62BD-4674-9D21E6B53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789153"/>
              </p:ext>
            </p:extLst>
          </p:nvPr>
        </p:nvGraphicFramePr>
        <p:xfrm>
          <a:off x="453463" y="1787426"/>
          <a:ext cx="4753602" cy="31879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4534">
                  <a:extLst>
                    <a:ext uri="{9D8B030D-6E8A-4147-A177-3AD203B41FA5}">
                      <a16:colId xmlns:a16="http://schemas.microsoft.com/office/drawing/2014/main" val="2072410125"/>
                    </a:ext>
                  </a:extLst>
                </a:gridCol>
                <a:gridCol w="1584534">
                  <a:extLst>
                    <a:ext uri="{9D8B030D-6E8A-4147-A177-3AD203B41FA5}">
                      <a16:colId xmlns:a16="http://schemas.microsoft.com/office/drawing/2014/main" val="1433473293"/>
                    </a:ext>
                  </a:extLst>
                </a:gridCol>
                <a:gridCol w="1584534">
                  <a:extLst>
                    <a:ext uri="{9D8B030D-6E8A-4147-A177-3AD203B41FA5}">
                      <a16:colId xmlns:a16="http://schemas.microsoft.com/office/drawing/2014/main" val="2589409664"/>
                    </a:ext>
                  </a:extLst>
                </a:gridCol>
              </a:tblGrid>
              <a:tr h="45511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TERM</a:t>
                      </a:r>
                      <a:endParaRPr lang="en-US" sz="1200" dirty="0">
                        <a:latin typeface="Manrope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MEANING</a:t>
                      </a:r>
                      <a:endParaRPr lang="en-US" sz="1200" dirty="0">
                        <a:latin typeface="Manrope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spc="9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WHY IT MATTERS</a:t>
                      </a:r>
                      <a:endParaRPr lang="en-US" sz="1200" dirty="0">
                        <a:latin typeface="Manrope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92761"/>
                  </a:ext>
                </a:extLst>
              </a:tr>
              <a:tr h="45511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Token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~¾ of a word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billing meter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66558"/>
                  </a:ext>
                </a:extLst>
              </a:tr>
              <a:tr h="45511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Context window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Tokens read per call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1268B3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Re-sent every turn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748070"/>
                  </a:ext>
                </a:extLst>
              </a:tr>
              <a:tr h="45511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KV cache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Attention state in GPU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Long-context tax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861031"/>
                  </a:ext>
                </a:extLst>
              </a:tr>
              <a:tr h="45511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Prefill / decode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Prompt pass / output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Output costs 3–8×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394602"/>
                  </a:ext>
                </a:extLst>
              </a:tr>
              <a:tr h="45511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MFU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Achieved vs peak FLOPs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Utilisation = cost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190174"/>
                  </a:ext>
                </a:extLst>
              </a:tr>
              <a:tr h="45511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Distillation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Big model → small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Up to 10× cheaper</a:t>
                      </a:r>
                      <a:endParaRPr lang="en-US" sz="1100" dirty="0">
                        <a:latin typeface="Manrope" pitchFamily="2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73683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5" name="Table 456"/>
          <p:cNvGraphicFramePr>
            <a:graphicFrameLocks noGrp="1"/>
          </p:cNvGraphicFramePr>
          <p:nvPr/>
        </p:nvGraphicFramePr>
        <p:xfrm>
          <a:off x="381000" y="1650000"/>
          <a:ext cx="11430000" cy="456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WHY IT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Reasoning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Hidden chain-of-thought output, billed but not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3–10× effective output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Mixture-of-Experts — a fraction of weights active per 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Cheaper serving; key 2025–26 price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High-bandwidth memory stacked beside the GPU die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Caps decode speed; gates price declines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ASIC / LPU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Silicon purpose-built for 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~40% of inference by 2026; new price floors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Small language model (~1–15B), often task-tuned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10–30× cheaper on routine agent 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Proxy doing metering, routing, caching, budgets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token-FinOps enforcement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Semantic caching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Similarity-matched answer reuse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40–70% savings on FAQ-like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Speculative decoding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Small model drafts; large model verifies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2–3× decode speed-up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Continuous batching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Dynamic packing of requests per forward 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~85% marginal-cost lever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Facility power ÷ IT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1.2–1.4 typical; multiplies every GPU watt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Sovereign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Deployment under a jurisdiction's legal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Premium-priced; favours open weights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Chinchilla scaling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Compute-optimal model-size / data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Training cost is a design choice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 · GLOSSARY II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The 2026 vocabulary — hardware, agents and governance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Table 458"/>
          <p:cNvGraphicFramePr>
            <a:graphicFrameLocks noGrp="1"/>
          </p:cNvGraphicFramePr>
          <p:nvPr/>
        </p:nvGraphicFramePr>
        <p:xfrm>
          <a:off x="381000" y="1700000"/>
          <a:ext cx="11430000" cy="343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COST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SHARE / NOTE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GPU capex / 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Fixed; amortised over ~3–5 years; utilisation decides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~50–60% of serving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Energy &amp; datacentre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~700 W per GPU + cooling and facility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~10–20% of serving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Networking / interconnect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NVLink / InfiniBand; latency taxes fast decoding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Grows with size &amp;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Training amortisation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$100M–$1B+ over a 12–18-month half-life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Proprietary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R&amp;D, safety, data, talent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Frontier-lab overhead incl. data licensing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Proprietary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Idle / peak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Latency SLAs force headroom that still depreciates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Why batch is 50% 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Value-based at the frontier; razor-thin commodity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strategic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59" name="Text 460"/>
          <p:cNvSpPr/>
          <p:nvPr/>
        </p:nvSpPr>
        <p:spPr>
          <a:xfrm>
            <a:off x="381000" y="5320000"/>
            <a:ext cx="1143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i="1" kern="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Open-weight hosts carry only the first three rows — the structural reason the same capability differs ~10× in price.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 · COST STACK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What a provider must recover — the full stack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" name="Table 462"/>
          <p:cNvGraphicFramePr>
            <a:graphicFrameLocks noGrp="1"/>
          </p:cNvGraphicFramePr>
          <p:nvPr/>
        </p:nvGraphicFramePr>
        <p:xfrm>
          <a:off x="381000" y="1650000"/>
          <a:ext cx="11430000" cy="126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SCENARIO (100K REQ/MO)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REQUEST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FLAGSHIP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MID 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dirty="0">
                          <a:solidFill>
                            <a:srgbClr val="80808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VALUE TIER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Lean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2,000 in + 500 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~$1,250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~$650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~$185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dirty="0">
                          <a:solidFill>
                            <a:srgbClr val="1A1A1A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RAG-heavy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5,000 in + 700 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~$2,300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~$1,250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dirty="0">
                          <a:solidFill>
                            <a:srgbClr val="40404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~$325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3" name="Text 464"/>
          <p:cNvSpPr/>
          <p:nvPr/>
        </p:nvSpPr>
        <p:spPr>
          <a:xfrm>
            <a:off x="381000" y="3150000"/>
            <a:ext cx="1143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i="1" kern="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Basis: list prices, no discounts, tools or vector costs. The workload-shape gap can rival the gap between providers.</a:t>
            </a:r>
          </a:p>
        </p:txBody>
      </p:sp>
      <p:sp>
        <p:nvSpPr>
          <p:cNvPr id="465" name="Text 466"/>
          <p:cNvSpPr/>
          <p:nvPr/>
        </p:nvSpPr>
        <p:spPr>
          <a:xfrm>
            <a:off x="381000" y="3700000"/>
            <a:ext cx="60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SELF-HOSTING BREAK-EVEN</a:t>
            </a:r>
          </a:p>
        </p:txBody>
      </p:sp>
      <p:sp>
        <p:nvSpPr>
          <p:cNvPr id="467" name="Shape 468"/>
          <p:cNvSpPr/>
          <p:nvPr/>
        </p:nvSpPr>
        <p:spPr>
          <a:xfrm>
            <a:off x="381000" y="4050000"/>
            <a:ext cx="5600000" cy="190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69" name="Text 470"/>
          <p:cNvSpPr/>
          <p:nvPr/>
        </p:nvSpPr>
        <p:spPr>
          <a:xfrm>
            <a:off x="552450" y="4220000"/>
            <a:ext cx="520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0B845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Favours self-hosting</a:t>
            </a:r>
          </a:p>
        </p:txBody>
      </p:sp>
      <p:sp>
        <p:nvSpPr>
          <p:cNvPr id="471" name="Text 472"/>
          <p:cNvSpPr/>
          <p:nvPr/>
        </p:nvSpPr>
        <p:spPr>
          <a:xfrm>
            <a:off x="552450" y="4600000"/>
            <a:ext cx="5257100" cy="1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High-volume, steady traffic — good batching economics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0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Relaxed latency; narrow tasks a distilled model absorbs</a:t>
            </a:r>
          </a:p>
          <a:p>
            <a:pPr marL="0" indent="0" algn="l">
              <a:buNone/>
            </a:pPr>
            <a:r>
              <a:rPr lang="en-US" sz="10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Data-residency or air-gap requirements add real value</a:t>
            </a:r>
          </a:p>
        </p:txBody>
      </p:sp>
      <p:sp>
        <p:nvSpPr>
          <p:cNvPr id="473" name="Shape 474"/>
          <p:cNvSpPr/>
          <p:nvPr/>
        </p:nvSpPr>
        <p:spPr>
          <a:xfrm>
            <a:off x="6221000" y="4050000"/>
            <a:ext cx="5590000" cy="1900000"/>
          </a:xfrm>
          <a:prstGeom prst="round1Rect">
            <a:avLst>
              <a:gd name="adj" fmla="val 12848"/>
            </a:avLst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endParaRPr lang="en-IN" dirty="0">
              <a:latin typeface="Manrope" pitchFamily="2" charset="0"/>
            </a:endParaRPr>
          </a:p>
        </p:txBody>
      </p:sp>
      <p:sp>
        <p:nvSpPr>
          <p:cNvPr id="475" name="Text 476"/>
          <p:cNvSpPr/>
          <p:nvPr/>
        </p:nvSpPr>
        <p:spPr>
          <a:xfrm>
            <a:off x="6392450" y="4220000"/>
            <a:ext cx="520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C24A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Favours staying on APIs</a:t>
            </a:r>
          </a:p>
        </p:txBody>
      </p:sp>
      <p:sp>
        <p:nvSpPr>
          <p:cNvPr id="477" name="Text 478"/>
          <p:cNvSpPr/>
          <p:nvPr/>
        </p:nvSpPr>
        <p:spPr>
          <a:xfrm>
            <a:off x="6392450" y="4600000"/>
            <a:ext cx="5247100" cy="1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Spiky, latency-sensitive traffic — poor utilisation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0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Capability needs that track the frontier</a:t>
            </a:r>
          </a:p>
          <a:p>
            <a:pPr marL="0" indent="0" algn="l">
              <a:buNone/>
            </a:pPr>
            <a:r>
              <a:rPr lang="en-US" sz="100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Below ~$15–20K/month steady spend; scarce GPU-ops talent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 · REFERENCE MATH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Workload costs and the self-hosting break-even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 480"/>
          <p:cNvSpPr/>
          <p:nvPr/>
        </p:nvSpPr>
        <p:spPr>
          <a:xfrm>
            <a:off x="381000" y="1600000"/>
            <a:ext cx="55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&amp; PRICING</a:t>
            </a:r>
          </a:p>
        </p:txBody>
      </p:sp>
      <p:sp>
        <p:nvSpPr>
          <p:cNvPr id="481" name="Text 482"/>
          <p:cNvSpPr/>
          <p:nvPr/>
        </p:nvSpPr>
        <p:spPr>
          <a:xfrm>
            <a:off x="381000" y="1950000"/>
            <a:ext cx="5600000" cy="4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a16z — LLMflation: LLM inference cost trends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Epoch AI — Inference economics of language models; price trends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Gartner — LLM inference cost forecast to 2030 (Mar 2026); task-specific model &amp; sovereign-cloud forecasts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NVIDIA — Blackwell/Rubin cost-per-token; SLMs for agentic AI (arXiv 2506.02153)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TrendForce — inference chip architecture &amp; ASIC share; HBM pricing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SemiAnalysis / EE Times — HBM4 roadmap and CES 2026 state of memory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Provider pricing pages — OpenAI, Anthropic, Google, AWS Bedrock, DeepInfra, Together, Fireworks (July 2026)</a:t>
            </a:r>
          </a:p>
        </p:txBody>
      </p:sp>
      <p:sp>
        <p:nvSpPr>
          <p:cNvPr id="483" name="Text 484"/>
          <p:cNvSpPr/>
          <p:nvPr/>
        </p:nvSpPr>
        <p:spPr>
          <a:xfrm>
            <a:off x="6221000" y="1600000"/>
            <a:ext cx="5500000" cy="2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80" dirty="0">
                <a:solidFill>
                  <a:srgbClr val="8080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RESEARCH, POLICY &amp; OPERATIONS</a:t>
            </a:r>
          </a:p>
        </p:txBody>
      </p:sp>
      <p:sp>
        <p:nvSpPr>
          <p:cNvPr id="485" name="Text 486"/>
          <p:cNvSpPr/>
          <p:nvPr/>
        </p:nvSpPr>
        <p:spPr>
          <a:xfrm>
            <a:off x="6221000" y="1950000"/>
            <a:ext cx="5590000" cy="4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Chinchilla (arXiv 2203.15556); PaLM MFU (2204.02311)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LoRA (2106.09685); QLoRA (2305.14314); AWQ (2306.00978); vLLM (2309.06180)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Epoch AI — Inference economics (arXiv 2506.04645)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FinOps Foundation — State of FinOps 2026: AI cost management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CloudZero — State of AI Costs survey 2026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EU AI Act (Regulation 2024/1689) — application timeline; US CLOUD Act analyses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Microsoft/Constellation, AWS/Talen, Google/Kairos — nuclear power agreements</a:t>
            </a:r>
          </a:p>
          <a:p>
            <a:pPr marL="0" indent="0"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950" kern="0" dirty="0">
                <a:solidFill>
                  <a:srgbClr val="40404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 Braintrust, PointFive — LLM gateway &amp; token-optimisation tool landscape 2026</a:t>
            </a:r>
          </a:p>
        </p:txBody>
      </p:sp>
      <p:sp>
        <p:nvSpPr>
          <p:cNvPr id="487" name="Text 488"/>
          <p:cNvSpPr/>
          <p:nvPr/>
        </p:nvSpPr>
        <p:spPr>
          <a:xfrm>
            <a:off x="381000" y="6280000"/>
            <a:ext cx="11430000" cy="3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i="1" kern="0" dirty="0">
                <a:solidFill>
                  <a:srgbClr val="6B6B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claim-level citations: Appendix C of the companion document, LLM Tokenomics v2 (July 2026).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422D7DF4-0D91-7C2A-D595-AEDA9CB4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 · SOURCES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9918186-8B9D-2469-5244-079D4D9944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742950"/>
            <a:ext cx="11655425" cy="628650"/>
          </a:xfrm>
        </p:spPr>
        <p:txBody>
          <a:bodyPr/>
          <a:lstStyle/>
          <a:p>
            <a:r>
              <a:rPr lang="en-US" dirty="0"/>
              <a:t>Selected sources and further reading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ata GDI">
  <a:themeElements>
    <a:clrScheme name="Tata GDI">
      <a:dk1>
        <a:srgbClr val="1A1A1A"/>
      </a:dk1>
      <a:lt1>
        <a:srgbClr val="FFFFFF"/>
      </a:lt1>
      <a:dk2>
        <a:srgbClr val="002060"/>
      </a:dk2>
      <a:lt2>
        <a:srgbClr val="F4F6F8"/>
      </a:lt2>
      <a:accent1>
        <a:srgbClr val="1268B3"/>
      </a:accent1>
      <a:accent2>
        <a:srgbClr val="00B0F0"/>
      </a:accent2>
      <a:accent3>
        <a:srgbClr val="009999"/>
      </a:accent3>
      <a:accent4>
        <a:srgbClr val="5199F9"/>
      </a:accent4>
      <a:accent5>
        <a:srgbClr val="E9990B"/>
      </a:accent5>
      <a:accent6>
        <a:srgbClr val="0B8457"/>
      </a:accent6>
      <a:hlink>
        <a:srgbClr val="1268B3"/>
      </a:hlink>
      <a:folHlink>
        <a:srgbClr val="009999"/>
      </a:folHlink>
    </a:clrScheme>
    <a:fontScheme name="Tata GD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Tata GD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E2B613FCEB2E4896F289933FF4F2BB" ma:contentTypeVersion="16" ma:contentTypeDescription="Create a new document." ma:contentTypeScope="" ma:versionID="50a571deee7e1012d11d4a152b6f6ef8">
  <xsd:schema xmlns:xsd="http://www.w3.org/2001/XMLSchema" xmlns:xs="http://www.w3.org/2001/XMLSchema" xmlns:p="http://schemas.microsoft.com/office/2006/metadata/properties" xmlns:ns2="8546f1df-a048-41e5-90d3-65da3233c506" xmlns:ns3="cd34a265-5153-4d15-8534-966932778a5e" targetNamespace="http://schemas.microsoft.com/office/2006/metadata/properties" ma:root="true" ma:fieldsID="bf34965e7446384c16208310a40cb632" ns2:_="" ns3:_="">
    <xsd:import namespace="8546f1df-a048-41e5-90d3-65da3233c506"/>
    <xsd:import namespace="cd34a265-5153-4d15-8534-966932778a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46f1df-a048-41e5-90d3-65da3233c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690a971-dafe-4d7b-a08a-2fa300b8b0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4a265-5153-4d15-8534-966932778a5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dea742-3d46-4997-b60c-97ee0e23c0f6}" ma:internalName="TaxCatchAll" ma:showField="CatchAllData" ma:web="cd34a265-5153-4d15-8534-966932778a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46f1df-a048-41e5-90d3-65da3233c506">
      <Terms xmlns="http://schemas.microsoft.com/office/infopath/2007/PartnerControls"/>
    </lcf76f155ced4ddcb4097134ff3c332f>
    <TaxCatchAll xmlns="cd34a265-5153-4d15-8534-966932778a5e" xsi:nil="true"/>
  </documentManagement>
</p:properties>
</file>

<file path=customXml/itemProps1.xml><?xml version="1.0" encoding="utf-8"?>
<ds:datastoreItem xmlns:ds="http://schemas.openxmlformats.org/officeDocument/2006/customXml" ds:itemID="{5C5C75E5-41C0-4F8D-B953-182FCEA4B1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48E580-BD8D-4946-A00D-594BA1CBC8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46f1df-a048-41e5-90d3-65da3233c506"/>
    <ds:schemaRef ds:uri="cd34a265-5153-4d15-8534-966932778a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B473-78DD-41DC-97BB-5A5053036920}">
  <ds:schemaRefs>
    <ds:schemaRef ds:uri="http://schemas.microsoft.com/office/2006/metadata/properties"/>
    <ds:schemaRef ds:uri="http://schemas.microsoft.com/office/infopath/2007/PartnerControls"/>
    <ds:schemaRef ds:uri="8546f1df-a048-41e5-90d3-65da3233c506"/>
    <ds:schemaRef ds:uri="cd34a265-5153-4d15-8534-966932778a5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Tata GDI Brand Template (1)</Template>
  <TotalTime>1954</TotalTime>
  <Words>9903</Words>
  <Application>Microsoft Office PowerPoint</Application>
  <PresentationFormat>Widescreen</PresentationFormat>
  <Paragraphs>1265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Manrope</vt:lpstr>
      <vt:lpstr>Arial</vt:lpstr>
      <vt:lpstr>Manrope SemiBold</vt:lpstr>
      <vt:lpstr>Avenir Next LT Pro</vt:lpstr>
      <vt:lpstr>Manrope ExtraBold</vt:lpstr>
      <vt:lpstr>Manrope Bold</vt:lpstr>
      <vt:lpstr>Manrope Medium</vt:lpstr>
      <vt:lpstr>Aptos</vt:lpstr>
      <vt:lpstr>Tata GDI</vt:lpstr>
      <vt:lpstr>LLM Tokenomics</vt:lpstr>
      <vt:lpstr>WHY TOKENOMICS</vt:lpstr>
      <vt:lpstr>CONTENTS</vt:lpstr>
      <vt:lpstr>PowerPoint Presentation</vt:lpstr>
      <vt:lpstr>LLM PRIMER</vt:lpstr>
      <vt:lpstr>TOKENS FACTORY</vt:lpstr>
      <vt:lpstr>THE FIRST ASYMMETRY</vt:lpstr>
      <vt:lpstr>LLMS &amp; TOKENS</vt:lpstr>
      <vt:lpstr>PowerPoint Presentation</vt:lpstr>
      <vt:lpstr>PRICING MODELS</vt:lpstr>
      <vt:lpstr>PER-TOKEN PRICING</vt:lpstr>
      <vt:lpstr>BEYOND TOKENS</vt:lpstr>
      <vt:lpstr>LLMFLATION</vt:lpstr>
      <vt:lpstr>PowerPoint Presentation</vt:lpstr>
      <vt:lpstr>THE SUPPLIER COST STACK</vt:lpstr>
      <vt:lpstr>TRAINING ECONOMICS</vt:lpstr>
      <vt:lpstr>ENERGY &amp; OPERATIONS</vt:lpstr>
      <vt:lpstr>INFERENCE ECONOMICS</vt:lpstr>
      <vt:lpstr>THE BOTTOM-UP FLOOR</vt:lpstr>
      <vt:lpstr>POST-TRAINING &amp; TUNING</vt:lpstr>
      <vt:lpstr>PowerPoint Presentation</vt:lpstr>
      <vt:lpstr>TWO COST STRUCTURES</vt:lpstr>
      <vt:lpstr>THE OPEN-WEIGHT EFFECT</vt:lpstr>
      <vt:lpstr>PowerPoint Presentation</vt:lpstr>
      <vt:lpstr>THE PARADOX</vt:lpstr>
      <vt:lpstr>THE AGENTIC MULTIPLIER</vt:lpstr>
      <vt:lpstr>RAG ECONOMICS</vt:lpstr>
      <vt:lpstr>THE REASONING TAX</vt:lpstr>
      <vt:lpstr>THE WASTE AUDIT</vt:lpstr>
      <vt:lpstr>COST SENSITIVITY</vt:lpstr>
      <vt:lpstr>OPERATIONAL FAILURE MODES</vt:lpstr>
      <vt:lpstr>PowerPoint Presentation</vt:lpstr>
      <vt:lpstr>THE LEVERS</vt:lpstr>
      <vt:lpstr>THE BIG THREE</vt:lpstr>
      <vt:lpstr>SOURCING STRATEGY</vt:lpstr>
      <vt:lpstr>PowerPoint Presentation</vt:lpstr>
      <vt:lpstr>THE OPERATING LOOP</vt:lpstr>
      <vt:lpstr>GOVERNANCE MOVES</vt:lpstr>
      <vt:lpstr>THE TOKEN DASHBOARD</vt:lpstr>
      <vt:lpstr>TOOLS &amp; OPERATING MODEL</vt:lpstr>
      <vt:lpstr>PowerPoint Presentation</vt:lpstr>
      <vt:lpstr>SUPPLY-SIDE TRENDS</vt:lpstr>
      <vt:lpstr>QUANTIFYING THE SUPPLY SIDE</vt:lpstr>
      <vt:lpstr>DEMAND-SIDE TRENDS</vt:lpstr>
      <vt:lpstr>QUANTIFYING THE DEMAND SIDE</vt:lpstr>
      <vt:lpstr>TRAJECTORY</vt:lpstr>
      <vt:lpstr>PRICE × VOLUME = SPEND</vt:lpstr>
      <vt:lpstr>YOUR CAPABILITY STRATEGY</vt:lpstr>
      <vt:lpstr>IMPLICATIONS</vt:lpstr>
      <vt:lpstr>IMPLICATIONS</vt:lpstr>
      <vt:lpstr>PowerPoint Presentation</vt:lpstr>
      <vt:lpstr>Thank You</vt:lpstr>
      <vt:lpstr>PowerPoint Presentation</vt:lpstr>
      <vt:lpstr>APPENDIX</vt:lpstr>
      <vt:lpstr>APPENDIX · GLOSSARY II</vt:lpstr>
      <vt:lpstr>APPENDIX · COST STACK</vt:lpstr>
      <vt:lpstr>APPENDIX · REFERENCE MATH</vt:lpstr>
      <vt:lpstr>APPENDIX · SOURCES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Nitin Bandgar</cp:lastModifiedBy>
  <cp:revision>1</cp:revision>
  <dcterms:created xsi:type="dcterms:W3CDTF">2026-06-03T06:14:42Z</dcterms:created>
  <dcterms:modified xsi:type="dcterms:W3CDTF">2026-08-12T08:33:32Z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0x0101008EE2B613FCEB2E4896F289933FF4F2BB</vt:lpwstr>
  </property>
  <property fmtid="{D5CDD505-2E9C-101B-9397-08002B2CF9AE}" pid="3" name="MSIP_Label_153bba68-4eb1-45e8-9c75-b7dd7eb6bd90_Enabled">
    <vt:lpwstr>true</vt:lpwstr>
  </property>
  <property fmtid="{D5CDD505-2E9C-101B-9397-08002B2CF9AE}" pid="4" name="MSIP_Label_153bba68-4eb1-45e8-9c75-b7dd7eb6bd90_SetDate">
    <vt:lpwstr>2026-06-03T07:00:04Z</vt:lpwstr>
  </property>
  <property fmtid="{D5CDD505-2E9C-101B-9397-08002B2CF9AE}" pid="5" name="MSIP_Label_153bba68-4eb1-45e8-9c75-b7dd7eb6bd90_Method">
    <vt:lpwstr>Standard</vt:lpwstr>
  </property>
  <property fmtid="{D5CDD505-2E9C-101B-9397-08002B2CF9AE}" pid="6" name="MSIP_Label_153bba68-4eb1-45e8-9c75-b7dd7eb6bd90_Name">
    <vt:lpwstr>153bba68-4eb1-45e8-9c75-b7dd7eb6bd90</vt:lpwstr>
  </property>
  <property fmtid="{D5CDD505-2E9C-101B-9397-08002B2CF9AE}" pid="7" name="MSIP_Label_153bba68-4eb1-45e8-9c75-b7dd7eb6bd90_SiteId">
    <vt:lpwstr>e5ba7b2a-a780-41a9-92b2-c2ed52d3a12f</vt:lpwstr>
  </property>
  <property fmtid="{D5CDD505-2E9C-101B-9397-08002B2CF9AE}" pid="8" name="MSIP_Label_153bba68-4eb1-45e8-9c75-b7dd7eb6bd90_ActionId">
    <vt:lpwstr>6cb5f8d1-dbe7-4d16-a65b-c26cce038041</vt:lpwstr>
  </property>
  <property fmtid="{D5CDD505-2E9C-101B-9397-08002B2CF9AE}" pid="9" name="MSIP_Label_153bba68-4eb1-45e8-9c75-b7dd7eb6bd90_ContentBits">
    <vt:lpwstr>2</vt:lpwstr>
  </property>
  <property fmtid="{D5CDD505-2E9C-101B-9397-08002B2CF9AE}" pid="10" name="MSIP_Label_153bba68-4eb1-45e8-9c75-b7dd7eb6bd90_Tag">
    <vt:lpwstr>10, 3, 0, 1</vt:lpwstr>
  </property>
  <property fmtid="{D5CDD505-2E9C-101B-9397-08002B2CF9AE}" pid="11" name="ClassificationContentMarkingFooterLocations">
    <vt:lpwstr>Office Theme:3</vt:lpwstr>
  </property>
  <property fmtid="{D5CDD505-2E9C-101B-9397-08002B2CF9AE}" pid="12" name="ClassificationContentMarkingFooterText">
    <vt:lpwstr>Tata Sons - Internal</vt:lpwstr>
  </property>
  <property fmtid="{D5CDD505-2E9C-101B-9397-08002B2CF9AE}" pid="13" name="MediaServiceImageTags">
    <vt:lpwstr/>
  </property>
</Properties>
</file>